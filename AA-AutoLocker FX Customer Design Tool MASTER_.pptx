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12"/>
  </p:notesMasterIdLst>
  <p:sldIdLst>
    <p:sldId id="280" r:id="rId6"/>
    <p:sldId id="291" r:id="rId7"/>
    <p:sldId id="289" r:id="rId8"/>
    <p:sldId id="284" r:id="rId9"/>
    <p:sldId id="286" r:id="rId10"/>
    <p:sldId id="282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99"/>
    <a:srgbClr val="6666FF"/>
    <a:srgbClr val="CC00CC"/>
    <a:srgbClr val="00CC00"/>
    <a:srgbClr val="CC99FF"/>
    <a:srgbClr val="00FF00"/>
    <a:srgbClr val="CCFFCC"/>
    <a:srgbClr val="CC66FF"/>
    <a:srgbClr val="CCFF99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047774-FDA1-46FC-B121-775247358DF7}" v="2" dt="2023-12-07T07:52:43.2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 horzBarState="maximized">
    <p:restoredLeft sz="3971" autoAdjust="0"/>
    <p:restoredTop sz="95519" autoAdjust="0"/>
  </p:normalViewPr>
  <p:slideViewPr>
    <p:cSldViewPr>
      <p:cViewPr varScale="1">
        <p:scale>
          <a:sx n="104" d="100"/>
          <a:sy n="104" d="100"/>
        </p:scale>
        <p:origin x="126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5895" cy="7589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da Jackson" userId="f65858f3-612d-408a-ac8e-bbe50e5ceeab" providerId="ADAL" clId="{C7047774-FDA1-46FC-B121-775247358DF7}"/>
    <pc:docChg chg="delSld">
      <pc:chgData name="Amanda Jackson" userId="f65858f3-612d-408a-ac8e-bbe50e5ceeab" providerId="ADAL" clId="{C7047774-FDA1-46FC-B121-775247358DF7}" dt="2023-12-07T07:30:02.355" v="0" actId="2696"/>
      <pc:docMkLst>
        <pc:docMk/>
      </pc:docMkLst>
      <pc:sldChg chg="del">
        <pc:chgData name="Amanda Jackson" userId="f65858f3-612d-408a-ac8e-bbe50e5ceeab" providerId="ADAL" clId="{C7047774-FDA1-46FC-B121-775247358DF7}" dt="2023-12-07T07:30:02.355" v="0" actId="2696"/>
        <pc:sldMkLst>
          <pc:docMk/>
          <pc:sldMk cId="1341110249" sldId="290"/>
        </pc:sldMkLst>
      </pc:sldChg>
    </pc:docChg>
  </pc:docChgLst>
  <pc:docChgLst>
    <pc:chgData name="Wendy Perales" userId="7682bef0-9758-4a04-a238-dffc4eef4101" providerId="ADAL" clId="{7A16F8FA-023D-400F-8F3F-02CF7FF1495F}"/>
    <pc:docChg chg="custSel modSld">
      <pc:chgData name="Wendy Perales" userId="7682bef0-9758-4a04-a238-dffc4eef4101" providerId="ADAL" clId="{7A16F8FA-023D-400F-8F3F-02CF7FF1495F}" dt="2023-12-04T22:24:40.208" v="42" actId="478"/>
      <pc:docMkLst>
        <pc:docMk/>
      </pc:docMkLst>
      <pc:sldChg chg="delSp mod">
        <pc:chgData name="Wendy Perales" userId="7682bef0-9758-4a04-a238-dffc4eef4101" providerId="ADAL" clId="{7A16F8FA-023D-400F-8F3F-02CF7FF1495F}" dt="2023-05-05T16:20:28.102" v="2" actId="478"/>
        <pc:sldMkLst>
          <pc:docMk/>
          <pc:sldMk cId="3421902188" sldId="280"/>
        </pc:sldMkLst>
        <pc:grpChg chg="del">
          <ac:chgData name="Wendy Perales" userId="7682bef0-9758-4a04-a238-dffc4eef4101" providerId="ADAL" clId="{7A16F8FA-023D-400F-8F3F-02CF7FF1495F}" dt="2023-05-05T16:20:28.102" v="2" actId="478"/>
          <ac:grpSpMkLst>
            <pc:docMk/>
            <pc:sldMk cId="3421902188" sldId="280"/>
            <ac:grpSpMk id="10" creationId="{9F23C10C-B4DD-53C7-5DD8-F09124B70184}"/>
          </ac:grpSpMkLst>
        </pc:grpChg>
      </pc:sldChg>
      <pc:sldChg chg="addSp delSp modSp mod">
        <pc:chgData name="Wendy Perales" userId="7682bef0-9758-4a04-a238-dffc4eef4101" providerId="ADAL" clId="{7A16F8FA-023D-400F-8F3F-02CF7FF1495F}" dt="2023-12-04T22:24:40.208" v="42" actId="478"/>
        <pc:sldMkLst>
          <pc:docMk/>
          <pc:sldMk cId="2247595247" sldId="282"/>
        </pc:sldMkLst>
        <pc:spChg chg="mod">
          <ac:chgData name="Wendy Perales" userId="7682bef0-9758-4a04-a238-dffc4eef4101" providerId="ADAL" clId="{7A16F8FA-023D-400F-8F3F-02CF7FF1495F}" dt="2023-11-13T12:58:34.579" v="11"/>
          <ac:spMkLst>
            <pc:docMk/>
            <pc:sldMk cId="2247595247" sldId="282"/>
            <ac:spMk id="3" creationId="{780CF263-7618-8A09-07C3-3624CD1B967E}"/>
          </ac:spMkLst>
        </pc:spChg>
        <pc:spChg chg="mod">
          <ac:chgData name="Wendy Perales" userId="7682bef0-9758-4a04-a238-dffc4eef4101" providerId="ADAL" clId="{7A16F8FA-023D-400F-8F3F-02CF7FF1495F}" dt="2023-11-27T14:59:17.296" v="37"/>
          <ac:spMkLst>
            <pc:docMk/>
            <pc:sldMk cId="2247595247" sldId="282"/>
            <ac:spMk id="4" creationId="{3A62749D-294A-2C62-E8F9-D657DF8CF268}"/>
          </ac:spMkLst>
        </pc:spChg>
        <pc:spChg chg="mod">
          <ac:chgData name="Wendy Perales" userId="7682bef0-9758-4a04-a238-dffc4eef4101" providerId="ADAL" clId="{7A16F8FA-023D-400F-8F3F-02CF7FF1495F}" dt="2023-11-13T12:58:34.579" v="11"/>
          <ac:spMkLst>
            <pc:docMk/>
            <pc:sldMk cId="2247595247" sldId="282"/>
            <ac:spMk id="4" creationId="{92A8C37A-D7C5-A427-9875-BDF4BBCECAE1}"/>
          </ac:spMkLst>
        </pc:spChg>
        <pc:spChg chg="mod">
          <ac:chgData name="Wendy Perales" userId="7682bef0-9758-4a04-a238-dffc4eef4101" providerId="ADAL" clId="{7A16F8FA-023D-400F-8F3F-02CF7FF1495F}" dt="2023-11-27T14:59:17.296" v="37"/>
          <ac:spMkLst>
            <pc:docMk/>
            <pc:sldMk cId="2247595247" sldId="282"/>
            <ac:spMk id="5" creationId="{47C6FDDB-74E6-D021-64AA-B0626FBD75FB}"/>
          </ac:spMkLst>
        </pc:spChg>
        <pc:spChg chg="mod">
          <ac:chgData name="Wendy Perales" userId="7682bef0-9758-4a04-a238-dffc4eef4101" providerId="ADAL" clId="{7A16F8FA-023D-400F-8F3F-02CF7FF1495F}" dt="2023-11-13T12:58:34.579" v="11"/>
          <ac:spMkLst>
            <pc:docMk/>
            <pc:sldMk cId="2247595247" sldId="282"/>
            <ac:spMk id="5" creationId="{904E3B72-E716-793E-FDD6-6E11B397D7E7}"/>
          </ac:spMkLst>
        </pc:spChg>
        <pc:spChg chg="mod">
          <ac:chgData name="Wendy Perales" userId="7682bef0-9758-4a04-a238-dffc4eef4101" providerId="ADAL" clId="{7A16F8FA-023D-400F-8F3F-02CF7FF1495F}" dt="2023-11-27T14:59:17.296" v="37"/>
          <ac:spMkLst>
            <pc:docMk/>
            <pc:sldMk cId="2247595247" sldId="282"/>
            <ac:spMk id="6" creationId="{A13CF0CE-9663-6F91-0E40-02AA8CF54C02}"/>
          </ac:spMkLst>
        </pc:spChg>
        <pc:spChg chg="mod">
          <ac:chgData name="Wendy Perales" userId="7682bef0-9758-4a04-a238-dffc4eef4101" providerId="ADAL" clId="{7A16F8FA-023D-400F-8F3F-02CF7FF1495F}" dt="2023-11-13T12:58:34.579" v="11"/>
          <ac:spMkLst>
            <pc:docMk/>
            <pc:sldMk cId="2247595247" sldId="282"/>
            <ac:spMk id="6" creationId="{AFE62E2E-FA2A-8569-D1FC-237C80A49764}"/>
          </ac:spMkLst>
        </pc:spChg>
        <pc:spChg chg="mod">
          <ac:chgData name="Wendy Perales" userId="7682bef0-9758-4a04-a238-dffc4eef4101" providerId="ADAL" clId="{7A16F8FA-023D-400F-8F3F-02CF7FF1495F}" dt="2023-11-13T12:58:34.579" v="11"/>
          <ac:spMkLst>
            <pc:docMk/>
            <pc:sldMk cId="2247595247" sldId="282"/>
            <ac:spMk id="7" creationId="{3799D951-1463-2717-A61D-49B22BD117A3}"/>
          </ac:spMkLst>
        </pc:spChg>
        <pc:spChg chg="mod">
          <ac:chgData name="Wendy Perales" userId="7682bef0-9758-4a04-a238-dffc4eef4101" providerId="ADAL" clId="{7A16F8FA-023D-400F-8F3F-02CF7FF1495F}" dt="2023-11-27T14:59:17.296" v="37"/>
          <ac:spMkLst>
            <pc:docMk/>
            <pc:sldMk cId="2247595247" sldId="282"/>
            <ac:spMk id="7" creationId="{43E85CC4-708B-226F-BA17-076188F1702D}"/>
          </ac:spMkLst>
        </pc:spChg>
        <pc:spChg chg="mod">
          <ac:chgData name="Wendy Perales" userId="7682bef0-9758-4a04-a238-dffc4eef4101" providerId="ADAL" clId="{7A16F8FA-023D-400F-8F3F-02CF7FF1495F}" dt="2023-11-27T14:59:17.296" v="37"/>
          <ac:spMkLst>
            <pc:docMk/>
            <pc:sldMk cId="2247595247" sldId="282"/>
            <ac:spMk id="8" creationId="{46BE8851-FF3C-7675-B830-DEF5BB4D6721}"/>
          </ac:spMkLst>
        </pc:spChg>
        <pc:spChg chg="mod">
          <ac:chgData name="Wendy Perales" userId="7682bef0-9758-4a04-a238-dffc4eef4101" providerId="ADAL" clId="{7A16F8FA-023D-400F-8F3F-02CF7FF1495F}" dt="2023-11-13T12:58:34.579" v="11"/>
          <ac:spMkLst>
            <pc:docMk/>
            <pc:sldMk cId="2247595247" sldId="282"/>
            <ac:spMk id="8" creationId="{6CEA2CF7-224E-CDFD-9517-B502E40E351D}"/>
          </ac:spMkLst>
        </pc:spChg>
        <pc:spChg chg="mod">
          <ac:chgData name="Wendy Perales" userId="7682bef0-9758-4a04-a238-dffc4eef4101" providerId="ADAL" clId="{7A16F8FA-023D-400F-8F3F-02CF7FF1495F}" dt="2023-11-13T12:58:34.579" v="11"/>
          <ac:spMkLst>
            <pc:docMk/>
            <pc:sldMk cId="2247595247" sldId="282"/>
            <ac:spMk id="9" creationId="{1D389D64-1BAB-768F-4CCA-2B32B4EFC822}"/>
          </ac:spMkLst>
        </pc:spChg>
        <pc:spChg chg="mod">
          <ac:chgData name="Wendy Perales" userId="7682bef0-9758-4a04-a238-dffc4eef4101" providerId="ADAL" clId="{7A16F8FA-023D-400F-8F3F-02CF7FF1495F}" dt="2023-11-13T12:58:34.579" v="11"/>
          <ac:spMkLst>
            <pc:docMk/>
            <pc:sldMk cId="2247595247" sldId="282"/>
            <ac:spMk id="10" creationId="{DB676FA1-4FF6-A9A8-4290-DAFD5459FE0C}"/>
          </ac:spMkLst>
        </pc:spChg>
        <pc:spChg chg="mod">
          <ac:chgData name="Wendy Perales" userId="7682bef0-9758-4a04-a238-dffc4eef4101" providerId="ADAL" clId="{7A16F8FA-023D-400F-8F3F-02CF7FF1495F}" dt="2023-11-27T14:59:17.500" v="38"/>
          <ac:spMkLst>
            <pc:docMk/>
            <pc:sldMk cId="2247595247" sldId="282"/>
            <ac:spMk id="15" creationId="{E899EB2C-B4F4-CEE7-7EFF-197E02C8B2FD}"/>
          </ac:spMkLst>
        </pc:spChg>
        <pc:spChg chg="mod">
          <ac:chgData name="Wendy Perales" userId="7682bef0-9758-4a04-a238-dffc4eef4101" providerId="ADAL" clId="{7A16F8FA-023D-400F-8F3F-02CF7FF1495F}" dt="2023-11-27T14:59:17.500" v="38"/>
          <ac:spMkLst>
            <pc:docMk/>
            <pc:sldMk cId="2247595247" sldId="282"/>
            <ac:spMk id="16" creationId="{09D15A91-0910-946E-6B24-0460784161A1}"/>
          </ac:spMkLst>
        </pc:spChg>
        <pc:spChg chg="mod">
          <ac:chgData name="Wendy Perales" userId="7682bef0-9758-4a04-a238-dffc4eef4101" providerId="ADAL" clId="{7A16F8FA-023D-400F-8F3F-02CF7FF1495F}" dt="2023-11-13T12:58:55.331" v="13"/>
          <ac:spMkLst>
            <pc:docMk/>
            <pc:sldMk cId="2247595247" sldId="282"/>
            <ac:spMk id="16" creationId="{E55C3189-C42E-4B84-6A75-B74607BAA30A}"/>
          </ac:spMkLst>
        </pc:spChg>
        <pc:spChg chg="mod">
          <ac:chgData name="Wendy Perales" userId="7682bef0-9758-4a04-a238-dffc4eef4101" providerId="ADAL" clId="{7A16F8FA-023D-400F-8F3F-02CF7FF1495F}" dt="2023-11-27T14:59:17.500" v="38"/>
          <ac:spMkLst>
            <pc:docMk/>
            <pc:sldMk cId="2247595247" sldId="282"/>
            <ac:spMk id="22" creationId="{03D6BD1B-6181-A225-C870-89D02F34720D}"/>
          </ac:spMkLst>
        </pc:spChg>
        <pc:spChg chg="mod">
          <ac:chgData name="Wendy Perales" userId="7682bef0-9758-4a04-a238-dffc4eef4101" providerId="ADAL" clId="{7A16F8FA-023D-400F-8F3F-02CF7FF1495F}" dt="2023-11-13T12:58:55.331" v="13"/>
          <ac:spMkLst>
            <pc:docMk/>
            <pc:sldMk cId="2247595247" sldId="282"/>
            <ac:spMk id="22" creationId="{7EDFCFC7-C342-B5F7-4A31-A8A44F31F615}"/>
          </ac:spMkLst>
        </pc:spChg>
        <pc:spChg chg="mod">
          <ac:chgData name="Wendy Perales" userId="7682bef0-9758-4a04-a238-dffc4eef4101" providerId="ADAL" clId="{7A16F8FA-023D-400F-8F3F-02CF7FF1495F}" dt="2023-11-27T14:59:17.500" v="38"/>
          <ac:spMkLst>
            <pc:docMk/>
            <pc:sldMk cId="2247595247" sldId="282"/>
            <ac:spMk id="23" creationId="{0B7E6E19-7755-96E0-3CAD-2A7B0CF9DEFA}"/>
          </ac:spMkLst>
        </pc:spChg>
        <pc:spChg chg="mod">
          <ac:chgData name="Wendy Perales" userId="7682bef0-9758-4a04-a238-dffc4eef4101" providerId="ADAL" clId="{7A16F8FA-023D-400F-8F3F-02CF7FF1495F}" dt="2023-11-13T12:58:55.331" v="13"/>
          <ac:spMkLst>
            <pc:docMk/>
            <pc:sldMk cId="2247595247" sldId="282"/>
            <ac:spMk id="23" creationId="{9B46A135-F7E9-DFA0-7906-D5E95EFFFF8E}"/>
          </ac:spMkLst>
        </pc:spChg>
        <pc:spChg chg="mod">
          <ac:chgData name="Wendy Perales" userId="7682bef0-9758-4a04-a238-dffc4eef4101" providerId="ADAL" clId="{7A16F8FA-023D-400F-8F3F-02CF7FF1495F}" dt="2023-11-27T14:59:17.500" v="38"/>
          <ac:spMkLst>
            <pc:docMk/>
            <pc:sldMk cId="2247595247" sldId="282"/>
            <ac:spMk id="24" creationId="{3956E50C-6D04-7045-913C-7935118EEA82}"/>
          </ac:spMkLst>
        </pc:spChg>
        <pc:spChg chg="mod">
          <ac:chgData name="Wendy Perales" userId="7682bef0-9758-4a04-a238-dffc4eef4101" providerId="ADAL" clId="{7A16F8FA-023D-400F-8F3F-02CF7FF1495F}" dt="2023-11-13T12:58:55.331" v="13"/>
          <ac:spMkLst>
            <pc:docMk/>
            <pc:sldMk cId="2247595247" sldId="282"/>
            <ac:spMk id="24" creationId="{F41B4B8F-67E5-828C-235D-F930C7A9BF3B}"/>
          </ac:spMkLst>
        </pc:spChg>
        <pc:spChg chg="mod">
          <ac:chgData name="Wendy Perales" userId="7682bef0-9758-4a04-a238-dffc4eef4101" providerId="ADAL" clId="{7A16F8FA-023D-400F-8F3F-02CF7FF1495F}" dt="2023-11-13T12:58:55.331" v="13"/>
          <ac:spMkLst>
            <pc:docMk/>
            <pc:sldMk cId="2247595247" sldId="282"/>
            <ac:spMk id="25" creationId="{0A76BE52-80BC-635E-5FD1-50D746CA3E55}"/>
          </ac:spMkLst>
        </pc:spChg>
        <pc:spChg chg="mod">
          <ac:chgData name="Wendy Perales" userId="7682bef0-9758-4a04-a238-dffc4eef4101" providerId="ADAL" clId="{7A16F8FA-023D-400F-8F3F-02CF7FF1495F}" dt="2023-11-13T12:58:55.331" v="13"/>
          <ac:spMkLst>
            <pc:docMk/>
            <pc:sldMk cId="2247595247" sldId="282"/>
            <ac:spMk id="26" creationId="{EE2902EF-5B51-20B6-3A87-E74569087F70}"/>
          </ac:spMkLst>
        </pc:spChg>
        <pc:spChg chg="mod">
          <ac:chgData name="Wendy Perales" userId="7682bef0-9758-4a04-a238-dffc4eef4101" providerId="ADAL" clId="{7A16F8FA-023D-400F-8F3F-02CF7FF1495F}" dt="2023-11-13T12:58:55.331" v="13"/>
          <ac:spMkLst>
            <pc:docMk/>
            <pc:sldMk cId="2247595247" sldId="282"/>
            <ac:spMk id="27" creationId="{5534B765-7B4A-802B-1E4F-54B9A83987D4}"/>
          </ac:spMkLst>
        </pc:spChg>
        <pc:spChg chg="mod">
          <ac:chgData name="Wendy Perales" userId="7682bef0-9758-4a04-a238-dffc4eef4101" providerId="ADAL" clId="{7A16F8FA-023D-400F-8F3F-02CF7FF1495F}" dt="2023-11-13T12:58:55.331" v="13"/>
          <ac:spMkLst>
            <pc:docMk/>
            <pc:sldMk cId="2247595247" sldId="282"/>
            <ac:spMk id="28" creationId="{02AC39EC-19CB-A889-9F71-550AB1D4C17A}"/>
          </ac:spMkLst>
        </pc:spChg>
        <pc:spChg chg="mod">
          <ac:chgData name="Wendy Perales" userId="7682bef0-9758-4a04-a238-dffc4eef4101" providerId="ADAL" clId="{7A16F8FA-023D-400F-8F3F-02CF7FF1495F}" dt="2023-11-13T12:59:13.734" v="15"/>
          <ac:spMkLst>
            <pc:docMk/>
            <pc:sldMk cId="2247595247" sldId="282"/>
            <ac:spMk id="30" creationId="{98311C9C-0251-E35B-8065-E8EB5E199972}"/>
          </ac:spMkLst>
        </pc:spChg>
        <pc:spChg chg="mod">
          <ac:chgData name="Wendy Perales" userId="7682bef0-9758-4a04-a238-dffc4eef4101" providerId="ADAL" clId="{7A16F8FA-023D-400F-8F3F-02CF7FF1495F}" dt="2023-11-13T13:00:07.255" v="28" actId="6549"/>
          <ac:spMkLst>
            <pc:docMk/>
            <pc:sldMk cId="2247595247" sldId="282"/>
            <ac:spMk id="31" creationId="{CCD7A18F-4A3C-7CA0-B0E8-6801356058E9}"/>
          </ac:spMkLst>
        </pc:spChg>
        <pc:spChg chg="mod">
          <ac:chgData name="Wendy Perales" userId="7682bef0-9758-4a04-a238-dffc4eef4101" providerId="ADAL" clId="{7A16F8FA-023D-400F-8F3F-02CF7FF1495F}" dt="2023-11-13T12:59:13.734" v="15"/>
          <ac:spMkLst>
            <pc:docMk/>
            <pc:sldMk cId="2247595247" sldId="282"/>
            <ac:spMk id="32" creationId="{7B5ED1B5-BAB9-258F-D284-1F31FD8FF5BB}"/>
          </ac:spMkLst>
        </pc:spChg>
        <pc:spChg chg="mod">
          <ac:chgData name="Wendy Perales" userId="7682bef0-9758-4a04-a238-dffc4eef4101" providerId="ADAL" clId="{7A16F8FA-023D-400F-8F3F-02CF7FF1495F}" dt="2023-11-13T12:59:13.734" v="15"/>
          <ac:spMkLst>
            <pc:docMk/>
            <pc:sldMk cId="2247595247" sldId="282"/>
            <ac:spMk id="33" creationId="{76FA7C99-8520-7BEF-AEFE-6AB190329F61}"/>
          </ac:spMkLst>
        </pc:spChg>
        <pc:spChg chg="mod">
          <ac:chgData name="Wendy Perales" userId="7682bef0-9758-4a04-a238-dffc4eef4101" providerId="ADAL" clId="{7A16F8FA-023D-400F-8F3F-02CF7FF1495F}" dt="2023-11-13T12:59:13.734" v="15"/>
          <ac:spMkLst>
            <pc:docMk/>
            <pc:sldMk cId="2247595247" sldId="282"/>
            <ac:spMk id="34" creationId="{00930D09-6F66-D653-6E4A-FB8AECCA6327}"/>
          </ac:spMkLst>
        </pc:spChg>
        <pc:spChg chg="mod">
          <ac:chgData name="Wendy Perales" userId="7682bef0-9758-4a04-a238-dffc4eef4101" providerId="ADAL" clId="{7A16F8FA-023D-400F-8F3F-02CF7FF1495F}" dt="2023-11-13T12:59:13.734" v="15"/>
          <ac:spMkLst>
            <pc:docMk/>
            <pc:sldMk cId="2247595247" sldId="282"/>
            <ac:spMk id="35" creationId="{CAEC5A0C-EE76-D9F4-CAC3-B0D09A4EEA79}"/>
          </ac:spMkLst>
        </pc:spChg>
        <pc:spChg chg="mod">
          <ac:chgData name="Wendy Perales" userId="7682bef0-9758-4a04-a238-dffc4eef4101" providerId="ADAL" clId="{7A16F8FA-023D-400F-8F3F-02CF7FF1495F}" dt="2023-11-13T12:59:13.734" v="15"/>
          <ac:spMkLst>
            <pc:docMk/>
            <pc:sldMk cId="2247595247" sldId="282"/>
            <ac:spMk id="36" creationId="{8D1443C0-B12A-A19E-37D2-F8A612F2A7E9}"/>
          </ac:spMkLst>
        </pc:spChg>
        <pc:spChg chg="mod">
          <ac:chgData name="Wendy Perales" userId="7682bef0-9758-4a04-a238-dffc4eef4101" providerId="ADAL" clId="{7A16F8FA-023D-400F-8F3F-02CF7FF1495F}" dt="2023-11-13T12:59:13.734" v="15"/>
          <ac:spMkLst>
            <pc:docMk/>
            <pc:sldMk cId="2247595247" sldId="282"/>
            <ac:spMk id="37" creationId="{F057D3EF-BDA5-3A51-8488-98B047EEE293}"/>
          </ac:spMkLst>
        </pc:spChg>
        <pc:spChg chg="mod">
          <ac:chgData name="Wendy Perales" userId="7682bef0-9758-4a04-a238-dffc4eef4101" providerId="ADAL" clId="{7A16F8FA-023D-400F-8F3F-02CF7FF1495F}" dt="2023-11-13T12:59:13.734" v="15"/>
          <ac:spMkLst>
            <pc:docMk/>
            <pc:sldMk cId="2247595247" sldId="282"/>
            <ac:spMk id="38" creationId="{94424531-4FA9-E6F4-A028-6B915A6DB72B}"/>
          </ac:spMkLst>
        </pc:spChg>
        <pc:spChg chg="mod">
          <ac:chgData name="Wendy Perales" userId="7682bef0-9758-4a04-a238-dffc4eef4101" providerId="ADAL" clId="{7A16F8FA-023D-400F-8F3F-02CF7FF1495F}" dt="2023-11-13T12:59:13.734" v="15"/>
          <ac:spMkLst>
            <pc:docMk/>
            <pc:sldMk cId="2247595247" sldId="282"/>
            <ac:spMk id="39" creationId="{6B046AC2-0DC5-C82D-8E5B-FCEECD2DA715}"/>
          </ac:spMkLst>
        </pc:spChg>
        <pc:spChg chg="mod">
          <ac:chgData name="Wendy Perales" userId="7682bef0-9758-4a04-a238-dffc4eef4101" providerId="ADAL" clId="{7A16F8FA-023D-400F-8F3F-02CF7FF1495F}" dt="2023-11-13T12:59:13.734" v="15"/>
          <ac:spMkLst>
            <pc:docMk/>
            <pc:sldMk cId="2247595247" sldId="282"/>
            <ac:spMk id="40" creationId="{41F2018E-CC1F-8E37-7530-00D648EF9DD2}"/>
          </ac:spMkLst>
        </pc:spChg>
        <pc:spChg chg="mod">
          <ac:chgData name="Wendy Perales" userId="7682bef0-9758-4a04-a238-dffc4eef4101" providerId="ADAL" clId="{7A16F8FA-023D-400F-8F3F-02CF7FF1495F}" dt="2023-11-13T12:59:27.830" v="17"/>
          <ac:spMkLst>
            <pc:docMk/>
            <pc:sldMk cId="2247595247" sldId="282"/>
            <ac:spMk id="42" creationId="{59C3D6F2-179B-B9EB-2993-E2D40B027BBE}"/>
          </ac:spMkLst>
        </pc:spChg>
        <pc:spChg chg="mod">
          <ac:chgData name="Wendy Perales" userId="7682bef0-9758-4a04-a238-dffc4eef4101" providerId="ADAL" clId="{7A16F8FA-023D-400F-8F3F-02CF7FF1495F}" dt="2023-11-13T12:59:27.830" v="17"/>
          <ac:spMkLst>
            <pc:docMk/>
            <pc:sldMk cId="2247595247" sldId="282"/>
            <ac:spMk id="43" creationId="{51C00CC9-9092-B35A-4573-ACCD7049BD3E}"/>
          </ac:spMkLst>
        </pc:spChg>
        <pc:spChg chg="mod">
          <ac:chgData name="Wendy Perales" userId="7682bef0-9758-4a04-a238-dffc4eef4101" providerId="ADAL" clId="{7A16F8FA-023D-400F-8F3F-02CF7FF1495F}" dt="2023-11-13T12:59:28.399" v="18"/>
          <ac:spMkLst>
            <pc:docMk/>
            <pc:sldMk cId="2247595247" sldId="282"/>
            <ac:spMk id="45" creationId="{7FAC41AA-8E44-16C4-4D07-407F304DA5B7}"/>
          </ac:spMkLst>
        </pc:spChg>
        <pc:spChg chg="mod">
          <ac:chgData name="Wendy Perales" userId="7682bef0-9758-4a04-a238-dffc4eef4101" providerId="ADAL" clId="{7A16F8FA-023D-400F-8F3F-02CF7FF1495F}" dt="2023-11-13T12:59:28.399" v="18"/>
          <ac:spMkLst>
            <pc:docMk/>
            <pc:sldMk cId="2247595247" sldId="282"/>
            <ac:spMk id="46" creationId="{BC5C3A43-FEE7-2DA8-1CDF-93ED12965FE5}"/>
          </ac:spMkLst>
        </pc:spChg>
        <pc:spChg chg="mod">
          <ac:chgData name="Wendy Perales" userId="7682bef0-9758-4a04-a238-dffc4eef4101" providerId="ADAL" clId="{7A16F8FA-023D-400F-8F3F-02CF7FF1495F}" dt="2023-11-13T12:59:44.902" v="21"/>
          <ac:spMkLst>
            <pc:docMk/>
            <pc:sldMk cId="2247595247" sldId="282"/>
            <ac:spMk id="48" creationId="{AAEB4CC7-3E72-384C-22B2-4F32D63B5463}"/>
          </ac:spMkLst>
        </pc:spChg>
        <pc:spChg chg="mod">
          <ac:chgData name="Wendy Perales" userId="7682bef0-9758-4a04-a238-dffc4eef4101" providerId="ADAL" clId="{7A16F8FA-023D-400F-8F3F-02CF7FF1495F}" dt="2023-11-13T13:00:08.050" v="29" actId="6549"/>
          <ac:spMkLst>
            <pc:docMk/>
            <pc:sldMk cId="2247595247" sldId="282"/>
            <ac:spMk id="49" creationId="{E6CA66F3-6156-CC5B-442A-B6FB6019925A}"/>
          </ac:spMkLst>
        </pc:spChg>
        <pc:spChg chg="mod">
          <ac:chgData name="Wendy Perales" userId="7682bef0-9758-4a04-a238-dffc4eef4101" providerId="ADAL" clId="{7A16F8FA-023D-400F-8F3F-02CF7FF1495F}" dt="2023-11-13T12:59:45.129" v="22"/>
          <ac:spMkLst>
            <pc:docMk/>
            <pc:sldMk cId="2247595247" sldId="282"/>
            <ac:spMk id="51" creationId="{7BD56E69-B79E-B3B2-D2C7-F92F75D72E2A}"/>
          </ac:spMkLst>
        </pc:spChg>
        <pc:spChg chg="mod">
          <ac:chgData name="Wendy Perales" userId="7682bef0-9758-4a04-a238-dffc4eef4101" providerId="ADAL" clId="{7A16F8FA-023D-400F-8F3F-02CF7FF1495F}" dt="2023-11-13T13:00:08.659" v="30" actId="6549"/>
          <ac:spMkLst>
            <pc:docMk/>
            <pc:sldMk cId="2247595247" sldId="282"/>
            <ac:spMk id="52" creationId="{695C4CFC-62E8-1B5D-202B-1A431A9A84A4}"/>
          </ac:spMkLst>
        </pc:spChg>
        <pc:grpChg chg="add del mod">
          <ac:chgData name="Wendy Perales" userId="7682bef0-9758-4a04-a238-dffc4eef4101" providerId="ADAL" clId="{7A16F8FA-023D-400F-8F3F-02CF7FF1495F}" dt="2023-11-13T13:00:06.134" v="26" actId="478"/>
          <ac:grpSpMkLst>
            <pc:docMk/>
            <pc:sldMk cId="2247595247" sldId="282"/>
            <ac:grpSpMk id="2" creationId="{3278F676-C10F-3F7D-A3B7-3A921E15DC46}"/>
          </ac:grpSpMkLst>
        </pc:grpChg>
        <pc:grpChg chg="add del mod">
          <ac:chgData name="Wendy Perales" userId="7682bef0-9758-4a04-a238-dffc4eef4101" providerId="ADAL" clId="{7A16F8FA-023D-400F-8F3F-02CF7FF1495F}" dt="2023-12-04T22:24:39.362" v="41" actId="478"/>
          <ac:grpSpMkLst>
            <pc:docMk/>
            <pc:sldMk cId="2247595247" sldId="282"/>
            <ac:grpSpMk id="2" creationId="{9790BFF6-53C3-355C-60FE-668C2D16F300}"/>
          </ac:grpSpMkLst>
        </pc:grpChg>
        <pc:grpChg chg="mod">
          <ac:chgData name="Wendy Perales" userId="7682bef0-9758-4a04-a238-dffc4eef4101" providerId="ADAL" clId="{7A16F8FA-023D-400F-8F3F-02CF7FF1495F}" dt="2023-11-27T14:59:17.296" v="37"/>
          <ac:grpSpMkLst>
            <pc:docMk/>
            <pc:sldMk cId="2247595247" sldId="282"/>
            <ac:grpSpMk id="3" creationId="{F6384ECB-8C10-5A0F-A841-1740764D8223}"/>
          </ac:grpSpMkLst>
        </pc:grpChg>
        <pc:grpChg chg="add del mod">
          <ac:chgData name="Wendy Perales" userId="7682bef0-9758-4a04-a238-dffc4eef4101" providerId="ADAL" clId="{7A16F8FA-023D-400F-8F3F-02CF7FF1495F}" dt="2023-12-04T22:24:40.208" v="42" actId="478"/>
          <ac:grpSpMkLst>
            <pc:docMk/>
            <pc:sldMk cId="2247595247" sldId="282"/>
            <ac:grpSpMk id="9" creationId="{2E7EB6E9-0918-975B-39D0-41DA244A0638}"/>
          </ac:grpSpMkLst>
        </pc:grpChg>
        <pc:grpChg chg="mod">
          <ac:chgData name="Wendy Perales" userId="7682bef0-9758-4a04-a238-dffc4eef4101" providerId="ADAL" clId="{7A16F8FA-023D-400F-8F3F-02CF7FF1495F}" dt="2023-11-27T14:59:17.500" v="38"/>
          <ac:grpSpMkLst>
            <pc:docMk/>
            <pc:sldMk cId="2247595247" sldId="282"/>
            <ac:grpSpMk id="10" creationId="{E6FF3CEE-ECCB-B2D0-E754-23B9517C67F8}"/>
          </ac:grpSpMkLst>
        </pc:grpChg>
        <pc:grpChg chg="add del mod">
          <ac:chgData name="Wendy Perales" userId="7682bef0-9758-4a04-a238-dffc4eef4101" providerId="ADAL" clId="{7A16F8FA-023D-400F-8F3F-02CF7FF1495F}" dt="2023-11-13T13:00:06.658" v="27" actId="478"/>
          <ac:grpSpMkLst>
            <pc:docMk/>
            <pc:sldMk cId="2247595247" sldId="282"/>
            <ac:grpSpMk id="15" creationId="{9EBEA851-DFD6-5CB2-9A4D-D982DAA08055}"/>
          </ac:grpSpMkLst>
        </pc:grpChg>
        <pc:grpChg chg="add del mod">
          <ac:chgData name="Wendy Perales" userId="7682bef0-9758-4a04-a238-dffc4eef4101" providerId="ADAL" clId="{7A16F8FA-023D-400F-8F3F-02CF7FF1495F}" dt="2023-11-13T13:00:13.329" v="36" actId="478"/>
          <ac:grpSpMkLst>
            <pc:docMk/>
            <pc:sldMk cId="2247595247" sldId="282"/>
            <ac:grpSpMk id="29" creationId="{58F04674-3440-E4F0-B62A-ED97C146F6C5}"/>
          </ac:grpSpMkLst>
        </pc:grpChg>
        <pc:grpChg chg="add del mod">
          <ac:chgData name="Wendy Perales" userId="7682bef0-9758-4a04-a238-dffc4eef4101" providerId="ADAL" clId="{7A16F8FA-023D-400F-8F3F-02CF7FF1495F}" dt="2023-11-13T13:00:09.778" v="31" actId="478"/>
          <ac:grpSpMkLst>
            <pc:docMk/>
            <pc:sldMk cId="2247595247" sldId="282"/>
            <ac:grpSpMk id="41" creationId="{F1B9C44D-FEF6-CD6A-4624-A32BCD39B55A}"/>
          </ac:grpSpMkLst>
        </pc:grpChg>
        <pc:grpChg chg="add del mod">
          <ac:chgData name="Wendy Perales" userId="7682bef0-9758-4a04-a238-dffc4eef4101" providerId="ADAL" clId="{7A16F8FA-023D-400F-8F3F-02CF7FF1495F}" dt="2023-11-13T13:00:10.992" v="33" actId="478"/>
          <ac:grpSpMkLst>
            <pc:docMk/>
            <pc:sldMk cId="2247595247" sldId="282"/>
            <ac:grpSpMk id="44" creationId="{F8341F9E-B1A8-A9C6-9983-0C964479C400}"/>
          </ac:grpSpMkLst>
        </pc:grpChg>
        <pc:grpChg chg="add del mod">
          <ac:chgData name="Wendy Perales" userId="7682bef0-9758-4a04-a238-dffc4eef4101" providerId="ADAL" clId="{7A16F8FA-023D-400F-8F3F-02CF7FF1495F}" dt="2023-11-13T13:00:12.273" v="35" actId="478"/>
          <ac:grpSpMkLst>
            <pc:docMk/>
            <pc:sldMk cId="2247595247" sldId="282"/>
            <ac:grpSpMk id="47" creationId="{F03490B0-7D78-E730-51B3-1DA81348B85B}"/>
          </ac:grpSpMkLst>
        </pc:grpChg>
        <pc:grpChg chg="add del mod">
          <ac:chgData name="Wendy Perales" userId="7682bef0-9758-4a04-a238-dffc4eef4101" providerId="ADAL" clId="{7A16F8FA-023D-400F-8F3F-02CF7FF1495F}" dt="2023-11-13T13:00:11.745" v="34" actId="478"/>
          <ac:grpSpMkLst>
            <pc:docMk/>
            <pc:sldMk cId="2247595247" sldId="282"/>
            <ac:grpSpMk id="50" creationId="{6EB5005C-FD6A-8042-F6B5-4F6D9800CA8B}"/>
          </ac:grpSpMkLst>
        </pc:grpChg>
      </pc:sldChg>
      <pc:sldChg chg="addSp modSp mod">
        <pc:chgData name="Wendy Perales" userId="7682bef0-9758-4a04-a238-dffc4eef4101" providerId="ADAL" clId="{7A16F8FA-023D-400F-8F3F-02CF7FF1495F}" dt="2023-05-05T16:21:35.942" v="10" actId="1076"/>
        <pc:sldMkLst>
          <pc:docMk/>
          <pc:sldMk cId="361379756" sldId="291"/>
        </pc:sldMkLst>
        <pc:spChg chg="mod">
          <ac:chgData name="Wendy Perales" userId="7682bef0-9758-4a04-a238-dffc4eef4101" providerId="ADAL" clId="{7A16F8FA-023D-400F-8F3F-02CF7FF1495F}" dt="2023-05-05T14:38:32.904" v="0"/>
          <ac:spMkLst>
            <pc:docMk/>
            <pc:sldMk cId="361379756" sldId="291"/>
            <ac:spMk id="3" creationId="{8D957887-D96A-22C7-C978-0D43056AE526}"/>
          </ac:spMkLst>
        </pc:spChg>
        <pc:spChg chg="mod">
          <ac:chgData name="Wendy Perales" userId="7682bef0-9758-4a04-a238-dffc4eef4101" providerId="ADAL" clId="{7A16F8FA-023D-400F-8F3F-02CF7FF1495F}" dt="2023-05-05T14:38:32.904" v="0"/>
          <ac:spMkLst>
            <pc:docMk/>
            <pc:sldMk cId="361379756" sldId="291"/>
            <ac:spMk id="6" creationId="{B1DA56A6-7F87-E0D7-AC68-4415794EB2EE}"/>
          </ac:spMkLst>
        </pc:spChg>
        <pc:grpChg chg="add mod">
          <ac:chgData name="Wendy Perales" userId="7682bef0-9758-4a04-a238-dffc4eef4101" providerId="ADAL" clId="{7A16F8FA-023D-400F-8F3F-02CF7FF1495F}" dt="2023-05-05T16:21:35.942" v="10" actId="1076"/>
          <ac:grpSpMkLst>
            <pc:docMk/>
            <pc:sldMk cId="361379756" sldId="291"/>
            <ac:grpSpMk id="2" creationId="{FFE58C8B-1704-D0C1-CD1A-A685D383BF67}"/>
          </ac:grpSpMkLst>
        </pc:grpChg>
        <pc:grpChg chg="mod">
          <ac:chgData name="Wendy Perales" userId="7682bef0-9758-4a04-a238-dffc4eef4101" providerId="ADAL" clId="{7A16F8FA-023D-400F-8F3F-02CF7FF1495F}" dt="2023-05-05T16:21:13.742" v="6" actId="1076"/>
          <ac:grpSpMkLst>
            <pc:docMk/>
            <pc:sldMk cId="361379756" sldId="291"/>
            <ac:grpSpMk id="13" creationId="{54E914A3-317F-C63A-8C22-7F0771CFDF12}"/>
          </ac:grpSpMkLst>
        </pc:grpChg>
        <pc:grpChg chg="mod">
          <ac:chgData name="Wendy Perales" userId="7682bef0-9758-4a04-a238-dffc4eef4101" providerId="ADAL" clId="{7A16F8FA-023D-400F-8F3F-02CF7FF1495F}" dt="2023-05-05T16:21:09.839" v="5" actId="1076"/>
          <ac:grpSpMkLst>
            <pc:docMk/>
            <pc:sldMk cId="361379756" sldId="291"/>
            <ac:grpSpMk id="25" creationId="{D61921EB-994D-915F-96FD-A529E8EAB0B0}"/>
          </ac:grpSpMkLst>
        </pc:grpChg>
        <pc:cxnChg chg="mod">
          <ac:chgData name="Wendy Perales" userId="7682bef0-9758-4a04-a238-dffc4eef4101" providerId="ADAL" clId="{7A16F8FA-023D-400F-8F3F-02CF7FF1495F}" dt="2023-05-05T14:38:32.904" v="0"/>
          <ac:cxnSpMkLst>
            <pc:docMk/>
            <pc:sldMk cId="361379756" sldId="291"/>
            <ac:cxnSpMk id="4" creationId="{52333DF1-91E4-8B8C-6C5E-D98F77DDC0A4}"/>
          </ac:cxnSpMkLst>
        </pc:cxnChg>
        <pc:cxnChg chg="mod">
          <ac:chgData name="Wendy Perales" userId="7682bef0-9758-4a04-a238-dffc4eef4101" providerId="ADAL" clId="{7A16F8FA-023D-400F-8F3F-02CF7FF1495F}" dt="2023-05-05T14:38:32.904" v="0"/>
          <ac:cxnSpMkLst>
            <pc:docMk/>
            <pc:sldMk cId="361379756" sldId="291"/>
            <ac:cxnSpMk id="5" creationId="{FE8D1D06-8A24-34FD-67D9-C5BBCF75F458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7B5AFB-C529-41D6-9627-17CFA9FC0A62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5EF0A1-0D1C-423E-8485-9429F2A83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535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6601F-9BF2-4D54-886A-45433AB21465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15429-1109-4236-A6F3-386BFF0DB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903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6601F-9BF2-4D54-886A-45433AB21465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15429-1109-4236-A6F3-386BFF0DB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73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6601F-9BF2-4D54-886A-45433AB21465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15429-1109-4236-A6F3-386BFF0DB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459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6601F-9BF2-4D54-886A-45433AB21465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15429-1109-4236-A6F3-386BFF0DB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284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6601F-9BF2-4D54-886A-45433AB21465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15429-1109-4236-A6F3-386BFF0DB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054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6601F-9BF2-4D54-886A-45433AB21465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15429-1109-4236-A6F3-386BFF0DB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083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6601F-9BF2-4D54-886A-45433AB21465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15429-1109-4236-A6F3-386BFF0DB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34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6601F-9BF2-4D54-886A-45433AB21465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15429-1109-4236-A6F3-386BFF0DB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159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6601F-9BF2-4D54-886A-45433AB21465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15429-1109-4236-A6F3-386BFF0DB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41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6601F-9BF2-4D54-886A-45433AB21465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15429-1109-4236-A6F3-386BFF0DB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19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6601F-9BF2-4D54-886A-45433AB21465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15429-1109-4236-A6F3-386BFF0DB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644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66601F-9BF2-4D54-886A-45433AB21465}" type="datetimeFigureOut">
              <a:rPr lang="en-US" smtClean="0"/>
              <a:t>12/7/2023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15429-1109-4236-A6F3-386BFF0DB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319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Box 110"/>
          <p:cNvSpPr txBox="1"/>
          <p:nvPr/>
        </p:nvSpPr>
        <p:spPr>
          <a:xfrm>
            <a:off x="2108661" y="521277"/>
            <a:ext cx="6941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Individual Locker Choices </a:t>
            </a:r>
            <a:r>
              <a:rPr lang="en-US" b="1" dirty="0"/>
              <a:t>– mix &amp; match to build out frames</a:t>
            </a:r>
            <a:endParaRPr lang="en-US" sz="2400" b="1" dirty="0"/>
          </a:p>
        </p:txBody>
      </p:sp>
      <p:grpSp>
        <p:nvGrpSpPr>
          <p:cNvPr id="8" name="Group 7"/>
          <p:cNvGrpSpPr/>
          <p:nvPr/>
        </p:nvGrpSpPr>
        <p:grpSpPr>
          <a:xfrm>
            <a:off x="156453" y="2207542"/>
            <a:ext cx="1828800" cy="228600"/>
            <a:chOff x="561813" y="677817"/>
            <a:chExt cx="1839777" cy="237759"/>
          </a:xfrm>
        </p:grpSpPr>
        <p:sp>
          <p:nvSpPr>
            <p:cNvPr id="196" name="Rectangle 195"/>
            <p:cNvSpPr/>
            <p:nvPr/>
          </p:nvSpPr>
          <p:spPr>
            <a:xfrm>
              <a:off x="561813" y="677817"/>
              <a:ext cx="1839777" cy="237759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TextBox 196"/>
            <p:cNvSpPr txBox="1"/>
            <p:nvPr/>
          </p:nvSpPr>
          <p:spPr>
            <a:xfrm>
              <a:off x="938338" y="722006"/>
              <a:ext cx="1102161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27432" tIns="0" rIns="27432" bIns="0" rtlCol="0">
              <a:spAutoFit/>
            </a:bodyPr>
            <a:lstStyle>
              <a:defPPr>
                <a:defRPr lang="en-US"/>
              </a:defPPr>
              <a:lvl1pPr>
                <a:defRPr sz="800"/>
              </a:lvl1pPr>
            </a:lstStyle>
            <a:p>
              <a:r>
                <a:rPr lang="en-US" dirty="0"/>
                <a:t>714-101 – 1 Drawer, 3” H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52672" y="2499012"/>
            <a:ext cx="1828800" cy="457200"/>
            <a:chOff x="561813" y="912511"/>
            <a:chExt cx="1839778" cy="462517"/>
          </a:xfrm>
        </p:grpSpPr>
        <p:sp>
          <p:nvSpPr>
            <p:cNvPr id="203" name="Rectangle 202"/>
            <p:cNvSpPr/>
            <p:nvPr/>
          </p:nvSpPr>
          <p:spPr>
            <a:xfrm>
              <a:off x="561813" y="912511"/>
              <a:ext cx="1839778" cy="462517"/>
            </a:xfrm>
            <a:prstGeom prst="rect">
              <a:avLst/>
            </a:prstGeom>
            <a:solidFill>
              <a:srgbClr val="99FF6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TextBox 203"/>
            <p:cNvSpPr txBox="1"/>
            <p:nvPr/>
          </p:nvSpPr>
          <p:spPr>
            <a:xfrm>
              <a:off x="938338" y="1082213"/>
              <a:ext cx="1102161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27432" tIns="0" rIns="27432" bIns="0" rtlCol="0">
              <a:spAutoFit/>
            </a:bodyPr>
            <a:lstStyle>
              <a:defPPr>
                <a:defRPr lang="en-US"/>
              </a:defPPr>
              <a:lvl1pPr>
                <a:defRPr sz="800"/>
              </a:lvl1pPr>
            </a:lstStyle>
            <a:p>
              <a:r>
                <a:rPr lang="en-US" dirty="0"/>
                <a:t>714-102 – 1 Drawer, 6” H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140444" y="5274445"/>
            <a:ext cx="1828800" cy="457200"/>
            <a:chOff x="561806" y="4795110"/>
            <a:chExt cx="1839782" cy="439936"/>
          </a:xfrm>
        </p:grpSpPr>
        <p:sp>
          <p:nvSpPr>
            <p:cNvPr id="217" name="Rectangle 216"/>
            <p:cNvSpPr/>
            <p:nvPr/>
          </p:nvSpPr>
          <p:spPr>
            <a:xfrm>
              <a:off x="561806" y="4795110"/>
              <a:ext cx="1839782" cy="439936"/>
            </a:xfrm>
            <a:prstGeom prst="rect">
              <a:avLst/>
            </a:prstGeom>
            <a:solidFill>
              <a:srgbClr val="00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TextBox 217"/>
            <p:cNvSpPr txBox="1"/>
            <p:nvPr/>
          </p:nvSpPr>
          <p:spPr>
            <a:xfrm>
              <a:off x="990398" y="4966859"/>
              <a:ext cx="1001172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27432" tIns="0" rIns="27432" bIns="0" rtlCol="0">
              <a:spAutoFit/>
            </a:bodyPr>
            <a:lstStyle>
              <a:defPPr>
                <a:defRPr lang="en-US"/>
              </a:defPPr>
              <a:lvl1pPr>
                <a:defRPr sz="800"/>
              </a:lvl1pPr>
            </a:lstStyle>
            <a:p>
              <a:r>
                <a:rPr lang="en-US" dirty="0"/>
                <a:t>714-204 – 1 Door, 6” H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2078489" y="2482250"/>
            <a:ext cx="1828800" cy="914400"/>
            <a:chOff x="2728559" y="4353679"/>
            <a:chExt cx="1843441" cy="901034"/>
          </a:xfrm>
        </p:grpSpPr>
        <p:sp>
          <p:nvSpPr>
            <p:cNvPr id="128" name="Rectangle 127"/>
            <p:cNvSpPr/>
            <p:nvPr/>
          </p:nvSpPr>
          <p:spPr>
            <a:xfrm flipH="1">
              <a:off x="2728559" y="4353679"/>
              <a:ext cx="1843441" cy="901034"/>
            </a:xfrm>
            <a:prstGeom prst="rect">
              <a:avLst/>
            </a:prstGeom>
            <a:solidFill>
              <a:srgbClr val="FF996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3129995" y="4731067"/>
              <a:ext cx="1052468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27432" tIns="0" rIns="27432" bIns="0" rtlCol="0">
              <a:spAutoFit/>
            </a:bodyPr>
            <a:lstStyle/>
            <a:p>
              <a:r>
                <a:rPr lang="en-US" sz="800" dirty="0"/>
                <a:t>714-207 – 1 Door, 12” H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2080321" y="3447151"/>
            <a:ext cx="1828800" cy="1371600"/>
            <a:chOff x="2732222" y="2616114"/>
            <a:chExt cx="1839778" cy="1344151"/>
          </a:xfrm>
        </p:grpSpPr>
        <p:sp>
          <p:nvSpPr>
            <p:cNvPr id="130" name="Rectangle 129"/>
            <p:cNvSpPr/>
            <p:nvPr/>
          </p:nvSpPr>
          <p:spPr>
            <a:xfrm flipH="1">
              <a:off x="2732222" y="2616114"/>
              <a:ext cx="1839778" cy="1344151"/>
            </a:xfrm>
            <a:prstGeom prst="rect">
              <a:avLst/>
            </a:prstGeom>
            <a:solidFill>
              <a:srgbClr val="FF66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3129995" y="3164448"/>
              <a:ext cx="1052468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27432" tIns="0" rIns="27432" bIns="0" rtlCol="0">
              <a:spAutoFit/>
            </a:bodyPr>
            <a:lstStyle/>
            <a:p>
              <a:r>
                <a:rPr lang="en-US" sz="800" dirty="0"/>
                <a:t>714-208 – 1 Door, 18” H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2086272" y="4875381"/>
            <a:ext cx="1828800" cy="1828800"/>
            <a:chOff x="2730396" y="469095"/>
            <a:chExt cx="1841604" cy="1834522"/>
          </a:xfrm>
        </p:grpSpPr>
        <p:sp>
          <p:nvSpPr>
            <p:cNvPr id="146" name="Rectangle 145"/>
            <p:cNvSpPr/>
            <p:nvPr/>
          </p:nvSpPr>
          <p:spPr>
            <a:xfrm flipH="1">
              <a:off x="2730396" y="469095"/>
              <a:ext cx="1841604" cy="1834522"/>
            </a:xfrm>
            <a:prstGeom prst="rect">
              <a:avLst/>
            </a:prstGeom>
            <a:solidFill>
              <a:srgbClr val="CC99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3129995" y="1331322"/>
              <a:ext cx="1052468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27432" tIns="0" rIns="27432" bIns="0" rtlCol="0">
              <a:spAutoFit/>
            </a:bodyPr>
            <a:lstStyle/>
            <a:p>
              <a:r>
                <a:rPr lang="en-US" sz="800" dirty="0"/>
                <a:t>714-209 – 1 Door, 24” H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163931" y="1218162"/>
            <a:ext cx="1828800" cy="914400"/>
            <a:chOff x="1231430" y="1189444"/>
            <a:chExt cx="1828800" cy="914400"/>
          </a:xfrm>
        </p:grpSpPr>
        <p:sp>
          <p:nvSpPr>
            <p:cNvPr id="104" name="Rectangle 103"/>
            <p:cNvSpPr/>
            <p:nvPr/>
          </p:nvSpPr>
          <p:spPr>
            <a:xfrm flipH="1">
              <a:off x="1231430" y="1189444"/>
              <a:ext cx="1828800" cy="9144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1289395" y="1226119"/>
              <a:ext cx="1713111" cy="24622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lIns="27432" tIns="0" rIns="27432" bIns="0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800" dirty="0"/>
                <a:t>714-056 Touchscreen Controller</a:t>
              </a:r>
            </a:p>
            <a:p>
              <a:pPr algn="ctr"/>
              <a:r>
                <a:rPr lang="en-US" sz="800" dirty="0"/>
                <a:t>12” H x 24” W</a:t>
              </a:r>
            </a:p>
          </p:txBody>
        </p:sp>
        <p:pic>
          <p:nvPicPr>
            <p:cNvPr id="108" name="Picture 10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64788" y="1515268"/>
              <a:ext cx="1655648" cy="551695"/>
            </a:xfrm>
            <a:prstGeom prst="rect">
              <a:avLst/>
            </a:prstGeom>
          </p:spPr>
        </p:pic>
      </p:grpSp>
      <p:grpSp>
        <p:nvGrpSpPr>
          <p:cNvPr id="16" name="Group 15"/>
          <p:cNvGrpSpPr/>
          <p:nvPr/>
        </p:nvGrpSpPr>
        <p:grpSpPr>
          <a:xfrm>
            <a:off x="152672" y="3309213"/>
            <a:ext cx="1828800" cy="347472"/>
            <a:chOff x="332460" y="3268245"/>
            <a:chExt cx="1828800" cy="347472"/>
          </a:xfrm>
        </p:grpSpPr>
        <p:sp>
          <p:nvSpPr>
            <p:cNvPr id="109" name="Rectangle 108"/>
            <p:cNvSpPr/>
            <p:nvPr/>
          </p:nvSpPr>
          <p:spPr>
            <a:xfrm>
              <a:off x="332460" y="3268245"/>
              <a:ext cx="1828800" cy="347472"/>
            </a:xfrm>
            <a:prstGeom prst="rect">
              <a:avLst/>
            </a:prstGeom>
            <a:solidFill>
              <a:srgbClr val="00CC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477078" y="3390374"/>
              <a:ext cx="1517940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27432" tIns="0" rIns="27432" bIns="0" rtlCol="0">
              <a:spAutoFit/>
            </a:bodyPr>
            <a:lstStyle>
              <a:defPPr>
                <a:defRPr lang="en-US"/>
              </a:defPPr>
              <a:lvl1pPr>
                <a:defRPr sz="800"/>
              </a:lvl1pPr>
            </a:lstStyle>
            <a:p>
              <a:r>
                <a:rPr lang="en-US" dirty="0"/>
                <a:t>714-104 – 1 Drawer, 4.5” H Military</a:t>
              </a:r>
            </a:p>
          </p:txBody>
        </p:sp>
      </p:grpSp>
      <p:sp>
        <p:nvSpPr>
          <p:cNvPr id="101" name="TextBox 100"/>
          <p:cNvSpPr txBox="1"/>
          <p:nvPr/>
        </p:nvSpPr>
        <p:spPr>
          <a:xfrm>
            <a:off x="152672" y="638096"/>
            <a:ext cx="1838308" cy="50783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00" dirty="0"/>
              <a:t>Locate bottom of controller</a:t>
            </a:r>
            <a:br>
              <a:rPr lang="en-US" sz="1100" dirty="0"/>
            </a:br>
            <a:r>
              <a:rPr lang="en-US" sz="1100" dirty="0"/>
              <a:t>at 42” H to be ADA Compliant; alternate height option is 45”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2A7665A-65D6-4140-85FB-E2260F3D7608}"/>
              </a:ext>
            </a:extLst>
          </p:cNvPr>
          <p:cNvGrpSpPr/>
          <p:nvPr/>
        </p:nvGrpSpPr>
        <p:grpSpPr>
          <a:xfrm>
            <a:off x="156454" y="3008466"/>
            <a:ext cx="1828800" cy="228600"/>
            <a:chOff x="336242" y="2839770"/>
            <a:chExt cx="1828800" cy="228600"/>
          </a:xfrm>
        </p:grpSpPr>
        <p:grpSp>
          <p:nvGrpSpPr>
            <p:cNvPr id="13" name="Group 12"/>
            <p:cNvGrpSpPr/>
            <p:nvPr/>
          </p:nvGrpSpPr>
          <p:grpSpPr>
            <a:xfrm>
              <a:off x="336242" y="2839770"/>
              <a:ext cx="1828800" cy="228600"/>
              <a:chOff x="561814" y="1773554"/>
              <a:chExt cx="1835048" cy="213441"/>
            </a:xfrm>
          </p:grpSpPr>
          <p:sp>
            <p:nvSpPr>
              <p:cNvPr id="72" name="Rectangle 71"/>
              <p:cNvSpPr/>
              <p:nvPr/>
            </p:nvSpPr>
            <p:spPr>
              <a:xfrm>
                <a:off x="561814" y="1773554"/>
                <a:ext cx="916742" cy="213441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Rectangle 72"/>
              <p:cNvSpPr/>
              <p:nvPr/>
            </p:nvSpPr>
            <p:spPr>
              <a:xfrm>
                <a:off x="1480120" y="1773554"/>
                <a:ext cx="916742" cy="213441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TextBox 73"/>
              <p:cNvSpPr txBox="1"/>
              <p:nvPr/>
            </p:nvSpPr>
            <p:spPr>
              <a:xfrm>
                <a:off x="929040" y="1815923"/>
                <a:ext cx="1102161" cy="12311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27432" tIns="0" rIns="27432" bIns="0" rtlCol="0">
                <a:spAutoFit/>
              </a:bodyPr>
              <a:lstStyle>
                <a:defPPr>
                  <a:defRPr lang="en-US"/>
                </a:defPPr>
                <a:lvl1pPr>
                  <a:defRPr sz="800"/>
                </a:lvl1pPr>
              </a:lstStyle>
              <a:p>
                <a:r>
                  <a:rPr lang="en-US" dirty="0"/>
                  <a:t>714-103 – 2 Drawer, 3” H</a:t>
                </a:r>
              </a:p>
            </p:txBody>
          </p:sp>
        </p:grp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1C56D11B-C24B-436E-B7F8-90D3C4836A5B}"/>
                </a:ext>
              </a:extLst>
            </p:cNvPr>
            <p:cNvSpPr txBox="1"/>
            <p:nvPr/>
          </p:nvSpPr>
          <p:spPr>
            <a:xfrm>
              <a:off x="401684" y="2859177"/>
              <a:ext cx="18288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50977DD9-F1F8-4043-840E-742BB3C11C9D}"/>
                </a:ext>
              </a:extLst>
            </p:cNvPr>
            <p:cNvSpPr txBox="1"/>
            <p:nvPr/>
          </p:nvSpPr>
          <p:spPr>
            <a:xfrm>
              <a:off x="1992590" y="2859177"/>
              <a:ext cx="83356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E31DD6F-EA9B-4F9E-8C4A-B0CF4863E577}"/>
              </a:ext>
            </a:extLst>
          </p:cNvPr>
          <p:cNvGrpSpPr/>
          <p:nvPr/>
        </p:nvGrpSpPr>
        <p:grpSpPr>
          <a:xfrm>
            <a:off x="155675" y="4205007"/>
            <a:ext cx="1828800" cy="457200"/>
            <a:chOff x="338522" y="4186120"/>
            <a:chExt cx="1828800" cy="457200"/>
          </a:xfrm>
        </p:grpSpPr>
        <p:grpSp>
          <p:nvGrpSpPr>
            <p:cNvPr id="224" name="Group 223"/>
            <p:cNvGrpSpPr/>
            <p:nvPr/>
          </p:nvGrpSpPr>
          <p:grpSpPr>
            <a:xfrm>
              <a:off x="338522" y="4186120"/>
              <a:ext cx="1828800" cy="457200"/>
              <a:chOff x="561808" y="3265780"/>
              <a:chExt cx="1839779" cy="466800"/>
            </a:xfrm>
          </p:grpSpPr>
          <p:sp>
            <p:nvSpPr>
              <p:cNvPr id="210" name="Rectangle 209"/>
              <p:cNvSpPr/>
              <p:nvPr/>
            </p:nvSpPr>
            <p:spPr>
              <a:xfrm flipH="1">
                <a:off x="561808" y="3265780"/>
                <a:ext cx="921724" cy="466800"/>
              </a:xfrm>
              <a:prstGeom prst="rect">
                <a:avLst/>
              </a:prstGeom>
              <a:solidFill>
                <a:srgbClr val="CCFFCC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" name="Rectangle 210"/>
              <p:cNvSpPr/>
              <p:nvPr/>
            </p:nvSpPr>
            <p:spPr>
              <a:xfrm flipH="1">
                <a:off x="1483530" y="3265780"/>
                <a:ext cx="918057" cy="466800"/>
              </a:xfrm>
              <a:prstGeom prst="rect">
                <a:avLst/>
              </a:prstGeom>
              <a:solidFill>
                <a:srgbClr val="CCFFCC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2" name="TextBox 211"/>
              <p:cNvSpPr txBox="1"/>
              <p:nvPr/>
            </p:nvSpPr>
            <p:spPr>
              <a:xfrm>
                <a:off x="802651" y="3446383"/>
                <a:ext cx="1350626" cy="12311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27432" tIns="0" rIns="27432" bIns="0" rtlCol="0">
                <a:spAutoFit/>
              </a:bodyPr>
              <a:lstStyle>
                <a:defPPr>
                  <a:defRPr lang="en-US"/>
                </a:defPPr>
                <a:lvl1pPr>
                  <a:defRPr sz="800"/>
                </a:lvl1pPr>
              </a:lstStyle>
              <a:p>
                <a:r>
                  <a:rPr lang="en-US" dirty="0"/>
                  <a:t>714-202 – 2 Door, 6” H x 12” W</a:t>
                </a:r>
              </a:p>
            </p:txBody>
          </p:sp>
        </p:grp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155A9208-A045-4A61-9D6B-82CC04AB784B}"/>
                </a:ext>
              </a:extLst>
            </p:cNvPr>
            <p:cNvSpPr txBox="1"/>
            <p:nvPr/>
          </p:nvSpPr>
          <p:spPr>
            <a:xfrm>
              <a:off x="401684" y="4346779"/>
              <a:ext cx="18288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643B12A5-A2A4-44D4-904D-DA6AAC81D32C}"/>
                </a:ext>
              </a:extLst>
            </p:cNvPr>
            <p:cNvSpPr txBox="1"/>
            <p:nvPr/>
          </p:nvSpPr>
          <p:spPr>
            <a:xfrm>
              <a:off x="1992590" y="4346779"/>
              <a:ext cx="83356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1F2D363-98DB-45D9-A5BE-F6D2E434AC29}"/>
              </a:ext>
            </a:extLst>
          </p:cNvPr>
          <p:cNvGrpSpPr/>
          <p:nvPr/>
        </p:nvGrpSpPr>
        <p:grpSpPr>
          <a:xfrm>
            <a:off x="164640" y="5838534"/>
            <a:ext cx="1828800" cy="914400"/>
            <a:chOff x="334863" y="5790710"/>
            <a:chExt cx="1828800" cy="914400"/>
          </a:xfrm>
        </p:grpSpPr>
        <p:grpSp>
          <p:nvGrpSpPr>
            <p:cNvPr id="9" name="Group 8"/>
            <p:cNvGrpSpPr/>
            <p:nvPr/>
          </p:nvGrpSpPr>
          <p:grpSpPr>
            <a:xfrm>
              <a:off x="334863" y="5790710"/>
              <a:ext cx="1828800" cy="914400"/>
              <a:chOff x="2750308" y="2564829"/>
              <a:chExt cx="1843438" cy="925073"/>
            </a:xfrm>
          </p:grpSpPr>
          <p:sp>
            <p:nvSpPr>
              <p:cNvPr id="219" name="Rectangle 218"/>
              <p:cNvSpPr/>
              <p:nvPr/>
            </p:nvSpPr>
            <p:spPr>
              <a:xfrm flipH="1">
                <a:off x="2750308" y="2564829"/>
                <a:ext cx="921718" cy="925073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0" name="Rectangle 219"/>
              <p:cNvSpPr/>
              <p:nvPr/>
            </p:nvSpPr>
            <p:spPr>
              <a:xfrm flipH="1">
                <a:off x="3672026" y="2564829"/>
                <a:ext cx="921720" cy="925073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1" name="TextBox 220"/>
              <p:cNvSpPr txBox="1"/>
              <p:nvPr/>
            </p:nvSpPr>
            <p:spPr>
              <a:xfrm>
                <a:off x="3142229" y="2886305"/>
                <a:ext cx="1052468" cy="2462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27432" tIns="0" rIns="27432" bIns="0" rtlCol="0">
                <a:spAutoFit/>
              </a:bodyPr>
              <a:lstStyle>
                <a:defPPr>
                  <a:defRPr lang="en-US"/>
                </a:defPPr>
                <a:lvl1pPr>
                  <a:defRPr sz="800"/>
                </a:lvl1pPr>
              </a:lstStyle>
              <a:p>
                <a:pPr algn="ctr"/>
                <a:r>
                  <a:rPr lang="en-US" dirty="0"/>
                  <a:t>714-205 – 2 Door, 12” H</a:t>
                </a:r>
              </a:p>
              <a:p>
                <a:pPr algn="ctr"/>
                <a:r>
                  <a:rPr lang="en-US" dirty="0"/>
                  <a:t>x 12” W</a:t>
                </a:r>
              </a:p>
            </p:txBody>
          </p:sp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EAC58A47-D1AA-4EA9-B516-8E3410D4C6D8}"/>
                </a:ext>
              </a:extLst>
            </p:cNvPr>
            <p:cNvSpPr txBox="1"/>
            <p:nvPr/>
          </p:nvSpPr>
          <p:spPr>
            <a:xfrm>
              <a:off x="401684" y="6128344"/>
              <a:ext cx="18288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5E2B0BD2-BAA0-4C1F-94C5-56A12B52FEA0}"/>
                </a:ext>
              </a:extLst>
            </p:cNvPr>
            <p:cNvSpPr txBox="1"/>
            <p:nvPr/>
          </p:nvSpPr>
          <p:spPr>
            <a:xfrm>
              <a:off x="1992590" y="6128344"/>
              <a:ext cx="83356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240214C-FE84-48B0-8928-78C3DE66C325}"/>
              </a:ext>
            </a:extLst>
          </p:cNvPr>
          <p:cNvGrpSpPr/>
          <p:nvPr/>
        </p:nvGrpSpPr>
        <p:grpSpPr>
          <a:xfrm>
            <a:off x="2068892" y="1448215"/>
            <a:ext cx="1828800" cy="910740"/>
            <a:chOff x="2578606" y="1228045"/>
            <a:chExt cx="1828800" cy="910740"/>
          </a:xfrm>
        </p:grpSpPr>
        <p:grpSp>
          <p:nvGrpSpPr>
            <p:cNvPr id="6" name="Group 5"/>
            <p:cNvGrpSpPr/>
            <p:nvPr/>
          </p:nvGrpSpPr>
          <p:grpSpPr>
            <a:xfrm>
              <a:off x="2578606" y="1228045"/>
              <a:ext cx="1828800" cy="910740"/>
              <a:chOff x="2732222" y="5705850"/>
              <a:chExt cx="1841604" cy="910740"/>
            </a:xfrm>
          </p:grpSpPr>
          <p:grpSp>
            <p:nvGrpSpPr>
              <p:cNvPr id="5" name="Group 4"/>
              <p:cNvGrpSpPr/>
              <p:nvPr/>
            </p:nvGrpSpPr>
            <p:grpSpPr>
              <a:xfrm flipH="1">
                <a:off x="2732222" y="5705850"/>
                <a:ext cx="1841604" cy="910740"/>
                <a:chOff x="2732222" y="5705850"/>
                <a:chExt cx="1841604" cy="910740"/>
              </a:xfrm>
            </p:grpSpPr>
            <p:sp>
              <p:nvSpPr>
                <p:cNvPr id="124" name="Rectangle 123"/>
                <p:cNvSpPr/>
                <p:nvPr/>
              </p:nvSpPr>
              <p:spPr>
                <a:xfrm flipH="1">
                  <a:off x="2732222" y="5705850"/>
                  <a:ext cx="460857" cy="910740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" name="Rectangle 126"/>
                <p:cNvSpPr/>
                <p:nvPr/>
              </p:nvSpPr>
              <p:spPr>
                <a:xfrm flipH="1">
                  <a:off x="3193079" y="5705850"/>
                  <a:ext cx="1380747" cy="910739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26" name="TextBox 125"/>
              <p:cNvSpPr txBox="1"/>
              <p:nvPr/>
            </p:nvSpPr>
            <p:spPr>
              <a:xfrm>
                <a:off x="2902310" y="6042162"/>
                <a:ext cx="1498102" cy="2462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27432" tIns="0" rIns="27432" bIns="0" rtlCol="0">
                <a:spAutoFit/>
              </a:bodyPr>
              <a:lstStyle/>
              <a:p>
                <a:pPr algn="ctr"/>
                <a:r>
                  <a:rPr lang="en-US" sz="800" dirty="0"/>
                  <a:t>714-206 – 1  18” Door &amp; 1  6” Door</a:t>
                </a:r>
              </a:p>
              <a:p>
                <a:pPr algn="ctr"/>
                <a:r>
                  <a:rPr lang="en-US" sz="800" dirty="0"/>
                  <a:t>both 12” H</a:t>
                </a: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CC40DB87-D56B-494D-B535-E0466F5E3C3A}"/>
                </a:ext>
              </a:extLst>
            </p:cNvPr>
            <p:cNvSpPr txBox="1"/>
            <p:nvPr/>
          </p:nvSpPr>
          <p:spPr>
            <a:xfrm>
              <a:off x="2644291" y="1893804"/>
              <a:ext cx="18288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B3EA01AA-E6F2-4CF2-B078-5886E6654439}"/>
                </a:ext>
              </a:extLst>
            </p:cNvPr>
            <p:cNvSpPr txBox="1"/>
            <p:nvPr/>
          </p:nvSpPr>
          <p:spPr>
            <a:xfrm>
              <a:off x="4235197" y="1893804"/>
              <a:ext cx="83356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4876741-7FFD-400E-8516-34B75B58BF83}"/>
              </a:ext>
            </a:extLst>
          </p:cNvPr>
          <p:cNvGrpSpPr/>
          <p:nvPr/>
        </p:nvGrpSpPr>
        <p:grpSpPr>
          <a:xfrm>
            <a:off x="162180" y="3715818"/>
            <a:ext cx="1828800" cy="474653"/>
            <a:chOff x="162180" y="3715818"/>
            <a:chExt cx="1828800" cy="474653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342BEC9-E6CC-4143-95C9-BB44682FD411}"/>
                </a:ext>
              </a:extLst>
            </p:cNvPr>
            <p:cNvGrpSpPr/>
            <p:nvPr/>
          </p:nvGrpSpPr>
          <p:grpSpPr>
            <a:xfrm>
              <a:off x="162180" y="3715818"/>
              <a:ext cx="1828800" cy="457200"/>
              <a:chOff x="162180" y="3715818"/>
              <a:chExt cx="1828800" cy="457200"/>
            </a:xfrm>
          </p:grpSpPr>
          <p:sp>
            <p:nvSpPr>
              <p:cNvPr id="205" name="Rectangle 204"/>
              <p:cNvSpPr/>
              <p:nvPr/>
            </p:nvSpPr>
            <p:spPr>
              <a:xfrm flipH="1">
                <a:off x="162180" y="3715819"/>
                <a:ext cx="454472" cy="457199"/>
              </a:xfrm>
              <a:prstGeom prst="rect">
                <a:avLst/>
              </a:prstGeom>
              <a:solidFill>
                <a:srgbClr val="CC66F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" name="Rectangle 205"/>
              <p:cNvSpPr/>
              <p:nvPr/>
            </p:nvSpPr>
            <p:spPr>
              <a:xfrm flipH="1">
                <a:off x="616654" y="3715819"/>
                <a:ext cx="458108" cy="457199"/>
              </a:xfrm>
              <a:prstGeom prst="rect">
                <a:avLst/>
              </a:prstGeom>
              <a:solidFill>
                <a:srgbClr val="CC66F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7" name="Rectangle 206"/>
              <p:cNvSpPr/>
              <p:nvPr/>
            </p:nvSpPr>
            <p:spPr>
              <a:xfrm flipH="1">
                <a:off x="1074760" y="3715819"/>
                <a:ext cx="458111" cy="457199"/>
              </a:xfrm>
              <a:prstGeom prst="rect">
                <a:avLst/>
              </a:prstGeom>
              <a:solidFill>
                <a:srgbClr val="CC66F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" name="Rectangle 207"/>
              <p:cNvSpPr/>
              <p:nvPr/>
            </p:nvSpPr>
            <p:spPr>
              <a:xfrm flipH="1">
                <a:off x="1532872" y="3715818"/>
                <a:ext cx="458108" cy="457200"/>
              </a:xfrm>
              <a:prstGeom prst="rect">
                <a:avLst/>
              </a:prstGeom>
              <a:solidFill>
                <a:srgbClr val="CC66F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9" name="TextBox 208"/>
              <p:cNvSpPr txBox="1"/>
              <p:nvPr/>
            </p:nvSpPr>
            <p:spPr>
              <a:xfrm>
                <a:off x="427567" y="3834602"/>
                <a:ext cx="1299330" cy="12311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27432" tIns="0" rIns="27432" bIns="0" rtlCol="0">
                <a:spAutoFit/>
              </a:bodyPr>
              <a:lstStyle>
                <a:defPPr>
                  <a:defRPr lang="en-US"/>
                </a:defPPr>
                <a:lvl1pPr>
                  <a:defRPr sz="800"/>
                </a:lvl1pPr>
              </a:lstStyle>
              <a:p>
                <a:r>
                  <a:rPr lang="en-US"/>
                  <a:t>714-201 </a:t>
                </a:r>
                <a:r>
                  <a:rPr lang="en-US" dirty="0"/>
                  <a:t>– 4 Door, 6” H x 6” W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6F0DC4A-A069-411C-9DA1-9B46C2815ECF}"/>
                </a:ext>
              </a:extLst>
            </p:cNvPr>
            <p:cNvGrpSpPr/>
            <p:nvPr/>
          </p:nvGrpSpPr>
          <p:grpSpPr>
            <a:xfrm>
              <a:off x="221896" y="4002022"/>
              <a:ext cx="1627670" cy="188449"/>
              <a:chOff x="221896" y="4002022"/>
              <a:chExt cx="1627670" cy="188449"/>
            </a:xfrm>
          </p:grpSpPr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C92834C0-8DB7-4385-B6F5-B4BAC8DD3928}"/>
                  </a:ext>
                </a:extLst>
              </p:cNvPr>
              <p:cNvSpPr txBox="1"/>
              <p:nvPr/>
            </p:nvSpPr>
            <p:spPr>
              <a:xfrm>
                <a:off x="221896" y="4002022"/>
                <a:ext cx="18288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sz="1200" dirty="0"/>
                  <a:t>A</a:t>
                </a: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10D9317B-139D-4216-939B-8F1D3CE58769}"/>
                  </a:ext>
                </a:extLst>
              </p:cNvPr>
              <p:cNvSpPr txBox="1"/>
              <p:nvPr/>
            </p:nvSpPr>
            <p:spPr>
              <a:xfrm>
                <a:off x="779666" y="4005805"/>
                <a:ext cx="18288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ctr"/>
                <a:r>
                  <a:rPr lang="en-US" sz="1200" dirty="0"/>
                  <a:t>B</a:t>
                </a: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EA206ED7-89CE-48B4-8C4A-4402886B2067}"/>
                  </a:ext>
                </a:extLst>
              </p:cNvPr>
              <p:cNvSpPr txBox="1"/>
              <p:nvPr/>
            </p:nvSpPr>
            <p:spPr>
              <a:xfrm>
                <a:off x="1210071" y="4005805"/>
                <a:ext cx="18288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ctr"/>
                <a:r>
                  <a:rPr lang="en-US" sz="1200" dirty="0"/>
                  <a:t>C</a:t>
                </a: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F67243FA-ACC4-4977-A8CD-0D8DB1EB7005}"/>
                  </a:ext>
                </a:extLst>
              </p:cNvPr>
              <p:cNvSpPr txBox="1"/>
              <p:nvPr/>
            </p:nvSpPr>
            <p:spPr>
              <a:xfrm>
                <a:off x="1666686" y="4005805"/>
                <a:ext cx="18288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ctr"/>
                <a:r>
                  <a:rPr lang="en-US" sz="1200" dirty="0"/>
                  <a:t>D</a:t>
                </a:r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A858373-A92B-4D99-8183-D145A9A01B8D}"/>
              </a:ext>
            </a:extLst>
          </p:cNvPr>
          <p:cNvGrpSpPr/>
          <p:nvPr/>
        </p:nvGrpSpPr>
        <p:grpSpPr>
          <a:xfrm>
            <a:off x="164630" y="4763431"/>
            <a:ext cx="1828800" cy="465240"/>
            <a:chOff x="344418" y="4754722"/>
            <a:chExt cx="1828800" cy="465240"/>
          </a:xfrm>
        </p:grpSpPr>
        <p:grpSp>
          <p:nvGrpSpPr>
            <p:cNvPr id="3" name="Group 2"/>
            <p:cNvGrpSpPr/>
            <p:nvPr/>
          </p:nvGrpSpPr>
          <p:grpSpPr>
            <a:xfrm>
              <a:off x="344418" y="4754722"/>
              <a:ext cx="1828800" cy="455723"/>
              <a:chOff x="561806" y="4339387"/>
              <a:chExt cx="1839781" cy="455723"/>
            </a:xfrm>
          </p:grpSpPr>
          <p:grpSp>
            <p:nvGrpSpPr>
              <p:cNvPr id="2" name="Group 1"/>
              <p:cNvGrpSpPr/>
              <p:nvPr/>
            </p:nvGrpSpPr>
            <p:grpSpPr>
              <a:xfrm flipH="1">
                <a:off x="561806" y="4339387"/>
                <a:ext cx="1839781" cy="455723"/>
                <a:chOff x="561806" y="4339387"/>
                <a:chExt cx="1839781" cy="455723"/>
              </a:xfrm>
            </p:grpSpPr>
            <p:sp>
              <p:nvSpPr>
                <p:cNvPr id="213" name="Rectangle 212"/>
                <p:cNvSpPr/>
                <p:nvPr/>
              </p:nvSpPr>
              <p:spPr>
                <a:xfrm flipH="1">
                  <a:off x="561806" y="4339388"/>
                  <a:ext cx="460859" cy="455722"/>
                </a:xfrm>
                <a:prstGeom prst="rect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4" name="Rectangle 213"/>
                <p:cNvSpPr/>
                <p:nvPr/>
              </p:nvSpPr>
              <p:spPr>
                <a:xfrm flipH="1">
                  <a:off x="1022670" y="4339387"/>
                  <a:ext cx="1378917" cy="455723"/>
                </a:xfrm>
                <a:prstGeom prst="rect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15" name="TextBox 214"/>
              <p:cNvSpPr txBox="1"/>
              <p:nvPr/>
            </p:nvSpPr>
            <p:spPr>
              <a:xfrm>
                <a:off x="724215" y="4442000"/>
                <a:ext cx="1498102" cy="2462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27432" tIns="0" rIns="27432" bIns="0" rtlCol="0">
                <a:spAutoFit/>
              </a:bodyPr>
              <a:lstStyle>
                <a:defPPr>
                  <a:defRPr lang="en-US"/>
                </a:defPPr>
                <a:lvl1pPr>
                  <a:defRPr sz="800"/>
                </a:lvl1pPr>
              </a:lstStyle>
              <a:p>
                <a:pPr algn="ctr"/>
                <a:r>
                  <a:rPr lang="en-US" dirty="0"/>
                  <a:t>714-203 – 1  18” Door &amp; 1  6” Door</a:t>
                </a:r>
                <a:br>
                  <a:rPr lang="en-US" dirty="0"/>
                </a:br>
                <a:r>
                  <a:rPr lang="en-US" dirty="0"/>
                  <a:t>both 6” H</a:t>
                </a:r>
              </a:p>
            </p:txBody>
          </p:sp>
        </p:grp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5558811B-ABF5-4E93-9A4D-D1C08CB03E11}"/>
                </a:ext>
              </a:extLst>
            </p:cNvPr>
            <p:cNvSpPr txBox="1"/>
            <p:nvPr/>
          </p:nvSpPr>
          <p:spPr>
            <a:xfrm>
              <a:off x="348775" y="5035296"/>
              <a:ext cx="18288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7D3D1034-66B3-4C02-9881-9370B5720F44}"/>
                </a:ext>
              </a:extLst>
            </p:cNvPr>
            <p:cNvSpPr txBox="1"/>
            <p:nvPr/>
          </p:nvSpPr>
          <p:spPr>
            <a:xfrm>
              <a:off x="2060004" y="5035296"/>
              <a:ext cx="83356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AE544ADE-2ADE-4737-AC6A-075C2EA58E3D}"/>
              </a:ext>
            </a:extLst>
          </p:cNvPr>
          <p:cNvGrpSpPr/>
          <p:nvPr/>
        </p:nvGrpSpPr>
        <p:grpSpPr>
          <a:xfrm>
            <a:off x="5938110" y="3967482"/>
            <a:ext cx="1831222" cy="2743200"/>
            <a:chOff x="557314" y="3906328"/>
            <a:chExt cx="1831222" cy="2743200"/>
          </a:xfrm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166E39E0-5F6F-4EDD-840B-A29C152FCD99}"/>
                </a:ext>
              </a:extLst>
            </p:cNvPr>
            <p:cNvSpPr/>
            <p:nvPr/>
          </p:nvSpPr>
          <p:spPr>
            <a:xfrm>
              <a:off x="557314" y="3906328"/>
              <a:ext cx="1831222" cy="27432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0184D7B8-CCD2-4FB8-8853-946D99CC558A}"/>
                </a:ext>
              </a:extLst>
            </p:cNvPr>
            <p:cNvSpPr txBox="1"/>
            <p:nvPr/>
          </p:nvSpPr>
          <p:spPr>
            <a:xfrm>
              <a:off x="802499" y="4946900"/>
              <a:ext cx="1401922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27432" tIns="0" rIns="27432" bIns="0" rtlCol="0">
              <a:spAutoFit/>
            </a:bodyPr>
            <a:lstStyle/>
            <a:p>
              <a:r>
                <a:rPr lang="en-US" sz="800" dirty="0"/>
                <a:t>714-217 – 1 Door, 36” H x 24” W</a:t>
              </a: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3122FC7B-2200-494C-B8A9-8E2E9654986C}"/>
              </a:ext>
            </a:extLst>
          </p:cNvPr>
          <p:cNvGrpSpPr/>
          <p:nvPr/>
        </p:nvGrpSpPr>
        <p:grpSpPr>
          <a:xfrm>
            <a:off x="3984022" y="1397268"/>
            <a:ext cx="1828800" cy="1371600"/>
            <a:chOff x="2687166" y="1077250"/>
            <a:chExt cx="1828800" cy="1371600"/>
          </a:xfrm>
        </p:grpSpPr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F27FCC0B-260F-4FC5-9002-D460A14C6DEF}"/>
                </a:ext>
              </a:extLst>
            </p:cNvPr>
            <p:cNvGrpSpPr/>
            <p:nvPr/>
          </p:nvGrpSpPr>
          <p:grpSpPr>
            <a:xfrm>
              <a:off x="2687166" y="1077250"/>
              <a:ext cx="1828800" cy="1371600"/>
              <a:chOff x="2735884" y="5250480"/>
              <a:chExt cx="1855573" cy="1388970"/>
            </a:xfrm>
          </p:grpSpPr>
          <p:grpSp>
            <p:nvGrpSpPr>
              <p:cNvPr id="165" name="Group 164">
                <a:extLst>
                  <a:ext uri="{FF2B5EF4-FFF2-40B4-BE49-F238E27FC236}">
                    <a16:creationId xmlns:a16="http://schemas.microsoft.com/office/drawing/2014/main" id="{A224D643-8412-4355-8B6D-5818107CBC10}"/>
                  </a:ext>
                </a:extLst>
              </p:cNvPr>
              <p:cNvGrpSpPr/>
              <p:nvPr/>
            </p:nvGrpSpPr>
            <p:grpSpPr>
              <a:xfrm flipH="1">
                <a:off x="2735884" y="5250480"/>
                <a:ext cx="1855573" cy="1388970"/>
                <a:chOff x="4831180" y="2343610"/>
                <a:chExt cx="1855573" cy="1388970"/>
              </a:xfrm>
            </p:grpSpPr>
            <p:sp>
              <p:nvSpPr>
                <p:cNvPr id="167" name="Rectangle 166">
                  <a:extLst>
                    <a:ext uri="{FF2B5EF4-FFF2-40B4-BE49-F238E27FC236}">
                      <a16:creationId xmlns:a16="http://schemas.microsoft.com/office/drawing/2014/main" id="{2BFEAB4F-AEFC-47C9-AB39-A2081E609D7F}"/>
                    </a:ext>
                  </a:extLst>
                </p:cNvPr>
                <p:cNvSpPr/>
                <p:nvPr/>
              </p:nvSpPr>
              <p:spPr>
                <a:xfrm flipH="1">
                  <a:off x="4831180" y="2343610"/>
                  <a:ext cx="919432" cy="1388970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" name="Rectangle 167">
                  <a:extLst>
                    <a:ext uri="{FF2B5EF4-FFF2-40B4-BE49-F238E27FC236}">
                      <a16:creationId xmlns:a16="http://schemas.microsoft.com/office/drawing/2014/main" id="{19754D44-17C2-4122-8C7E-182C2EDE3164}"/>
                    </a:ext>
                  </a:extLst>
                </p:cNvPr>
                <p:cNvSpPr/>
                <p:nvPr/>
              </p:nvSpPr>
              <p:spPr>
                <a:xfrm flipH="1">
                  <a:off x="5750611" y="2343610"/>
                  <a:ext cx="936142" cy="1388969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00B65A44-E395-4F06-8A2F-D5617AC7E6B1}"/>
                  </a:ext>
                </a:extLst>
              </p:cNvPr>
              <p:cNvSpPr txBox="1"/>
              <p:nvPr/>
            </p:nvSpPr>
            <p:spPr>
              <a:xfrm>
                <a:off x="3084506" y="5763209"/>
                <a:ext cx="1183914" cy="2462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27432" tIns="0" rIns="27432" bIns="0" rtlCol="0">
                <a:spAutoFit/>
              </a:bodyPr>
              <a:lstStyle/>
              <a:p>
                <a:pPr algn="ctr"/>
                <a:r>
                  <a:rPr lang="en-US" sz="800" dirty="0"/>
                  <a:t>714-212 – 2 Door 12” Wide</a:t>
                </a:r>
              </a:p>
              <a:p>
                <a:pPr algn="ctr"/>
                <a:r>
                  <a:rPr lang="en-US" sz="800" dirty="0"/>
                  <a:t>X 18” H</a:t>
                </a:r>
              </a:p>
            </p:txBody>
          </p:sp>
        </p:grp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E95812A5-0E1D-4878-A79E-5F2831479333}"/>
                </a:ext>
              </a:extLst>
            </p:cNvPr>
            <p:cNvSpPr txBox="1"/>
            <p:nvPr/>
          </p:nvSpPr>
          <p:spPr>
            <a:xfrm>
              <a:off x="2704047" y="1631610"/>
              <a:ext cx="18288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0BEA8725-6987-4744-B26C-6EE3D02B3185}"/>
                </a:ext>
              </a:extLst>
            </p:cNvPr>
            <p:cNvSpPr txBox="1"/>
            <p:nvPr/>
          </p:nvSpPr>
          <p:spPr>
            <a:xfrm>
              <a:off x="4294953" y="1631610"/>
              <a:ext cx="83356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C2E95008-3F49-4582-90C2-9EB9A592E736}"/>
              </a:ext>
            </a:extLst>
          </p:cNvPr>
          <p:cNvGrpSpPr/>
          <p:nvPr/>
        </p:nvGrpSpPr>
        <p:grpSpPr>
          <a:xfrm>
            <a:off x="3985170" y="3375051"/>
            <a:ext cx="1828800" cy="1371600"/>
            <a:chOff x="2687166" y="3176879"/>
            <a:chExt cx="1828800" cy="1371600"/>
          </a:xfrm>
        </p:grpSpPr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4852860D-D664-49E4-A45C-26D7323B0DAF}"/>
                </a:ext>
              </a:extLst>
            </p:cNvPr>
            <p:cNvGrpSpPr/>
            <p:nvPr/>
          </p:nvGrpSpPr>
          <p:grpSpPr>
            <a:xfrm>
              <a:off x="2687166" y="3176879"/>
              <a:ext cx="1828800" cy="1371600"/>
              <a:chOff x="2735427" y="5227620"/>
              <a:chExt cx="1841604" cy="1388970"/>
            </a:xfrm>
          </p:grpSpPr>
          <p:grpSp>
            <p:nvGrpSpPr>
              <p:cNvPr id="173" name="Group 172">
                <a:extLst>
                  <a:ext uri="{FF2B5EF4-FFF2-40B4-BE49-F238E27FC236}">
                    <a16:creationId xmlns:a16="http://schemas.microsoft.com/office/drawing/2014/main" id="{B723AB6B-7E4B-4D27-8B98-C0A7635A407D}"/>
                  </a:ext>
                </a:extLst>
              </p:cNvPr>
              <p:cNvGrpSpPr/>
              <p:nvPr/>
            </p:nvGrpSpPr>
            <p:grpSpPr>
              <a:xfrm flipH="1">
                <a:off x="2735427" y="5227620"/>
                <a:ext cx="1841604" cy="1388970"/>
                <a:chOff x="4845606" y="2343610"/>
                <a:chExt cx="1841604" cy="1388970"/>
              </a:xfrm>
            </p:grpSpPr>
            <p:sp>
              <p:nvSpPr>
                <p:cNvPr id="175" name="Rectangle 174">
                  <a:extLst>
                    <a:ext uri="{FF2B5EF4-FFF2-40B4-BE49-F238E27FC236}">
                      <a16:creationId xmlns:a16="http://schemas.microsoft.com/office/drawing/2014/main" id="{C89865D2-BA7D-4675-BC5F-602A2C514F10}"/>
                    </a:ext>
                  </a:extLst>
                </p:cNvPr>
                <p:cNvSpPr/>
                <p:nvPr/>
              </p:nvSpPr>
              <p:spPr>
                <a:xfrm flipH="1">
                  <a:off x="4845606" y="2343610"/>
                  <a:ext cx="460857" cy="1388970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" name="Rectangle 175">
                  <a:extLst>
                    <a:ext uri="{FF2B5EF4-FFF2-40B4-BE49-F238E27FC236}">
                      <a16:creationId xmlns:a16="http://schemas.microsoft.com/office/drawing/2014/main" id="{55F5F63F-467F-4BA3-99CC-0ECB607CCC28}"/>
                    </a:ext>
                  </a:extLst>
                </p:cNvPr>
                <p:cNvSpPr/>
                <p:nvPr/>
              </p:nvSpPr>
              <p:spPr>
                <a:xfrm flipH="1">
                  <a:off x="5306463" y="2343610"/>
                  <a:ext cx="1380747" cy="1388969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F1ABEBF5-A8F5-4E7D-8B25-FBED60F9D3CC}"/>
                  </a:ext>
                </a:extLst>
              </p:cNvPr>
              <p:cNvSpPr txBox="1"/>
              <p:nvPr/>
            </p:nvSpPr>
            <p:spPr>
              <a:xfrm>
                <a:off x="2935926" y="5798993"/>
                <a:ext cx="1498102" cy="2462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27432" tIns="0" rIns="27432" bIns="0" rtlCol="0">
                <a:spAutoFit/>
              </a:bodyPr>
              <a:lstStyle/>
              <a:p>
                <a:pPr algn="ctr"/>
                <a:r>
                  <a:rPr lang="en-US" sz="800" dirty="0"/>
                  <a:t>714-214 – 1  18” Door &amp; 1  6” Door</a:t>
                </a:r>
              </a:p>
              <a:p>
                <a:pPr algn="ctr"/>
                <a:r>
                  <a:rPr lang="en-US" sz="800" dirty="0"/>
                  <a:t>both 18” H</a:t>
                </a:r>
              </a:p>
            </p:txBody>
          </p:sp>
        </p:grp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6585CAC4-5F81-4F5E-AFBD-2781828B4FED}"/>
                </a:ext>
              </a:extLst>
            </p:cNvPr>
            <p:cNvSpPr txBox="1"/>
            <p:nvPr/>
          </p:nvSpPr>
          <p:spPr>
            <a:xfrm>
              <a:off x="3250695" y="4047336"/>
              <a:ext cx="18288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7B4E1C2A-204F-459A-B876-9F7B6CCDBA5A}"/>
                </a:ext>
              </a:extLst>
            </p:cNvPr>
            <p:cNvSpPr txBox="1"/>
            <p:nvPr/>
          </p:nvSpPr>
          <p:spPr>
            <a:xfrm>
              <a:off x="4294953" y="4047336"/>
              <a:ext cx="83356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3A752F0-94D5-4746-8A11-667215720856}"/>
              </a:ext>
            </a:extLst>
          </p:cNvPr>
          <p:cNvGrpSpPr/>
          <p:nvPr/>
        </p:nvGrpSpPr>
        <p:grpSpPr>
          <a:xfrm>
            <a:off x="3975665" y="5781941"/>
            <a:ext cx="1847712" cy="928741"/>
            <a:chOff x="3975665" y="5781941"/>
            <a:chExt cx="1847712" cy="928741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8E386D5-F6A5-441F-AE92-A432B0929C1F}"/>
                </a:ext>
              </a:extLst>
            </p:cNvPr>
            <p:cNvGrpSpPr/>
            <p:nvPr/>
          </p:nvGrpSpPr>
          <p:grpSpPr>
            <a:xfrm>
              <a:off x="3975665" y="5781941"/>
              <a:ext cx="1828800" cy="928741"/>
              <a:chOff x="3975665" y="5781941"/>
              <a:chExt cx="1828800" cy="928741"/>
            </a:xfrm>
          </p:grpSpPr>
          <p:grpSp>
            <p:nvGrpSpPr>
              <p:cNvPr id="182" name="Group 181">
                <a:extLst>
                  <a:ext uri="{FF2B5EF4-FFF2-40B4-BE49-F238E27FC236}">
                    <a16:creationId xmlns:a16="http://schemas.microsoft.com/office/drawing/2014/main" id="{C74D5983-8F59-42A3-9C06-DB7F5979AEB1}"/>
                  </a:ext>
                </a:extLst>
              </p:cNvPr>
              <p:cNvGrpSpPr/>
              <p:nvPr/>
            </p:nvGrpSpPr>
            <p:grpSpPr>
              <a:xfrm>
                <a:off x="3975665" y="5781941"/>
                <a:ext cx="1828800" cy="928741"/>
                <a:chOff x="2684859" y="5579754"/>
                <a:chExt cx="1828800" cy="928741"/>
              </a:xfrm>
              <a:solidFill>
                <a:schemeClr val="accent5">
                  <a:lumMod val="40000"/>
                  <a:lumOff val="60000"/>
                </a:schemeClr>
              </a:solidFill>
            </p:grpSpPr>
            <p:sp>
              <p:nvSpPr>
                <p:cNvPr id="184" name="Rectangle 183">
                  <a:extLst>
                    <a:ext uri="{FF2B5EF4-FFF2-40B4-BE49-F238E27FC236}">
                      <a16:creationId xmlns:a16="http://schemas.microsoft.com/office/drawing/2014/main" id="{51DAB921-F48F-4AD0-A3A4-EB6443F07E2A}"/>
                    </a:ext>
                  </a:extLst>
                </p:cNvPr>
                <p:cNvSpPr/>
                <p:nvPr/>
              </p:nvSpPr>
              <p:spPr>
                <a:xfrm flipH="1">
                  <a:off x="2684859" y="5579754"/>
                  <a:ext cx="1828800" cy="914400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85" name="Straight Connector 184">
                  <a:extLst>
                    <a:ext uri="{FF2B5EF4-FFF2-40B4-BE49-F238E27FC236}">
                      <a16:creationId xmlns:a16="http://schemas.microsoft.com/office/drawing/2014/main" id="{9D384166-F833-4868-8CB0-7318C2675E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30115" y="5594095"/>
                  <a:ext cx="435" cy="914400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6" name="Straight Connector 185">
                  <a:extLst>
                    <a:ext uri="{FF2B5EF4-FFF2-40B4-BE49-F238E27FC236}">
                      <a16:creationId xmlns:a16="http://schemas.microsoft.com/office/drawing/2014/main" id="{2095E2D2-C94C-466E-9FBD-FEF8E836E5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20477" y="5603055"/>
                  <a:ext cx="1008" cy="905440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9894DDBF-4D3F-42C4-B7AC-98E92E368B67}"/>
                  </a:ext>
                </a:extLst>
              </p:cNvPr>
              <p:cNvSpPr txBox="1"/>
              <p:nvPr/>
            </p:nvSpPr>
            <p:spPr>
              <a:xfrm>
                <a:off x="4392544" y="6018250"/>
                <a:ext cx="1052469" cy="2462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27432" tIns="0" rIns="27432" bIns="0" rtlCol="0">
                <a:spAutoFit/>
              </a:bodyPr>
              <a:lstStyle>
                <a:defPPr>
                  <a:defRPr lang="en-US"/>
                </a:defPPr>
                <a:lvl1pPr>
                  <a:defRPr sz="800"/>
                </a:lvl1pPr>
              </a:lstStyle>
              <a:p>
                <a:pPr algn="ctr"/>
                <a:r>
                  <a:rPr lang="en-US" dirty="0"/>
                  <a:t>714-218 – 3 Door, 12” H</a:t>
                </a:r>
              </a:p>
              <a:p>
                <a:pPr algn="ctr"/>
                <a:r>
                  <a:rPr lang="en-US" dirty="0"/>
                  <a:t>x 8” W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90503BA-CF2E-4B40-A4E8-BE727F25782B}"/>
                </a:ext>
              </a:extLst>
            </p:cNvPr>
            <p:cNvGrpSpPr/>
            <p:nvPr/>
          </p:nvGrpSpPr>
          <p:grpSpPr>
            <a:xfrm>
              <a:off x="4048790" y="6349280"/>
              <a:ext cx="1774587" cy="184666"/>
              <a:chOff x="4048790" y="6349280"/>
              <a:chExt cx="1774587" cy="184666"/>
            </a:xfrm>
          </p:grpSpPr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98672F06-5A85-4976-82DD-C8736217456C}"/>
                  </a:ext>
                </a:extLst>
              </p:cNvPr>
              <p:cNvSpPr txBox="1"/>
              <p:nvPr/>
            </p:nvSpPr>
            <p:spPr>
              <a:xfrm>
                <a:off x="4048790" y="6349280"/>
                <a:ext cx="18288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sz="1200" dirty="0"/>
                  <a:t>A</a:t>
                </a:r>
              </a:p>
            </p:txBody>
          </p:sp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E7008242-AC7C-4481-93B1-6A6829D8698E}"/>
                  </a:ext>
                </a:extLst>
              </p:cNvPr>
              <p:cNvSpPr txBox="1"/>
              <p:nvPr/>
            </p:nvSpPr>
            <p:spPr>
              <a:xfrm>
                <a:off x="5640497" y="6349280"/>
                <a:ext cx="18288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sz="1200" dirty="0"/>
                  <a:t>C</a:t>
                </a:r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D4B930F0-E7B2-4206-8573-0385545EE7A2}"/>
                  </a:ext>
                </a:extLst>
              </p:cNvPr>
              <p:cNvSpPr txBox="1"/>
              <p:nvPr/>
            </p:nvSpPr>
            <p:spPr>
              <a:xfrm>
                <a:off x="4858786" y="6349280"/>
                <a:ext cx="18288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sz="1200" dirty="0"/>
                  <a:t>B</a:t>
                </a:r>
              </a:p>
            </p:txBody>
          </p:sp>
        </p:grp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1A3CE2D9-CADE-4271-B42A-5F12A051CAA8}"/>
              </a:ext>
            </a:extLst>
          </p:cNvPr>
          <p:cNvGrpSpPr/>
          <p:nvPr/>
        </p:nvGrpSpPr>
        <p:grpSpPr>
          <a:xfrm>
            <a:off x="3996012" y="4818345"/>
            <a:ext cx="1828800" cy="914400"/>
            <a:chOff x="2699178" y="4630762"/>
            <a:chExt cx="1828800" cy="914400"/>
          </a:xfrm>
        </p:grpSpPr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A4988878-30B3-4BE3-AA78-A9F0AFFF564A}"/>
                </a:ext>
              </a:extLst>
            </p:cNvPr>
            <p:cNvGrpSpPr/>
            <p:nvPr/>
          </p:nvGrpSpPr>
          <p:grpSpPr>
            <a:xfrm>
              <a:off x="2699178" y="4630762"/>
              <a:ext cx="1828800" cy="914400"/>
              <a:chOff x="2750308" y="2564829"/>
              <a:chExt cx="1843438" cy="925073"/>
            </a:xfrm>
          </p:grpSpPr>
          <p:grpSp>
            <p:nvGrpSpPr>
              <p:cNvPr id="194" name="Group 193">
                <a:extLst>
                  <a:ext uri="{FF2B5EF4-FFF2-40B4-BE49-F238E27FC236}">
                    <a16:creationId xmlns:a16="http://schemas.microsoft.com/office/drawing/2014/main" id="{47F138CF-CE2A-49B8-8CDB-0FAECC6F1E4B}"/>
                  </a:ext>
                </a:extLst>
              </p:cNvPr>
              <p:cNvGrpSpPr/>
              <p:nvPr/>
            </p:nvGrpSpPr>
            <p:grpSpPr>
              <a:xfrm>
                <a:off x="2750308" y="2564829"/>
                <a:ext cx="1843438" cy="925073"/>
                <a:chOff x="2750308" y="2564829"/>
                <a:chExt cx="1843438" cy="925073"/>
              </a:xfrm>
            </p:grpSpPr>
            <p:sp>
              <p:nvSpPr>
                <p:cNvPr id="198" name="Rectangle 197">
                  <a:extLst>
                    <a:ext uri="{FF2B5EF4-FFF2-40B4-BE49-F238E27FC236}">
                      <a16:creationId xmlns:a16="http://schemas.microsoft.com/office/drawing/2014/main" id="{C8E2B5AB-579F-4650-A786-2458171CEE6F}"/>
                    </a:ext>
                  </a:extLst>
                </p:cNvPr>
                <p:cNvSpPr/>
                <p:nvPr/>
              </p:nvSpPr>
              <p:spPr>
                <a:xfrm flipH="1">
                  <a:off x="2750308" y="2564829"/>
                  <a:ext cx="921718" cy="925073"/>
                </a:xfrm>
                <a:prstGeom prst="rect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99" name="Rectangle 198">
                  <a:extLst>
                    <a:ext uri="{FF2B5EF4-FFF2-40B4-BE49-F238E27FC236}">
                      <a16:creationId xmlns:a16="http://schemas.microsoft.com/office/drawing/2014/main" id="{CDAB79E9-A3EE-4CAC-A850-9D1CEAB9ED7D}"/>
                    </a:ext>
                  </a:extLst>
                </p:cNvPr>
                <p:cNvSpPr/>
                <p:nvPr/>
              </p:nvSpPr>
              <p:spPr>
                <a:xfrm flipH="1">
                  <a:off x="3672026" y="2564829"/>
                  <a:ext cx="921720" cy="925073"/>
                </a:xfrm>
                <a:prstGeom prst="rect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00" name="Straight Connector 199">
                  <a:extLst>
                    <a:ext uri="{FF2B5EF4-FFF2-40B4-BE49-F238E27FC236}">
                      <a16:creationId xmlns:a16="http://schemas.microsoft.com/office/drawing/2014/main" id="{66B551DE-64E5-45BF-8D03-47CCD8557F1F}"/>
                    </a:ext>
                  </a:extLst>
                </p:cNvPr>
                <p:cNvCxnSpPr>
                  <a:stCxn id="198" idx="0"/>
                </p:cNvCxnSpPr>
                <p:nvPr/>
              </p:nvCxnSpPr>
              <p:spPr>
                <a:xfrm>
                  <a:off x="3211167" y="2564829"/>
                  <a:ext cx="438" cy="92507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Straight Connector 200">
                  <a:extLst>
                    <a:ext uri="{FF2B5EF4-FFF2-40B4-BE49-F238E27FC236}">
                      <a16:creationId xmlns:a16="http://schemas.microsoft.com/office/drawing/2014/main" id="{6EA1123D-A933-44A3-83D4-605E9564B6D5}"/>
                    </a:ext>
                  </a:extLst>
                </p:cNvPr>
                <p:cNvCxnSpPr>
                  <a:stCxn id="199" idx="0"/>
                </p:cNvCxnSpPr>
                <p:nvPr/>
              </p:nvCxnSpPr>
              <p:spPr>
                <a:xfrm flipH="1">
                  <a:off x="4131870" y="2564829"/>
                  <a:ext cx="1016" cy="91600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66F39EDD-4F78-4631-B7BB-8A3AA55B379F}"/>
                  </a:ext>
                </a:extLst>
              </p:cNvPr>
              <p:cNvSpPr txBox="1"/>
              <p:nvPr/>
            </p:nvSpPr>
            <p:spPr>
              <a:xfrm>
                <a:off x="3142228" y="2886305"/>
                <a:ext cx="1052469" cy="2462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27432" tIns="0" rIns="27432" bIns="0" rtlCol="0">
                <a:spAutoFit/>
              </a:bodyPr>
              <a:lstStyle>
                <a:defPPr>
                  <a:defRPr lang="en-US"/>
                </a:defPPr>
                <a:lvl1pPr>
                  <a:defRPr sz="800"/>
                </a:lvl1pPr>
              </a:lstStyle>
              <a:p>
                <a:pPr algn="ctr"/>
                <a:r>
                  <a:rPr lang="en-US" dirty="0"/>
                  <a:t>714-216 – 4 Door, 12” H</a:t>
                </a:r>
              </a:p>
              <a:p>
                <a:pPr algn="ctr"/>
                <a:r>
                  <a:rPr lang="en-US" dirty="0"/>
                  <a:t>x 6” W</a:t>
                </a:r>
              </a:p>
            </p:txBody>
          </p:sp>
        </p:grp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8C855647-9FFC-4DAE-9F7C-B083A181F631}"/>
                </a:ext>
              </a:extLst>
            </p:cNvPr>
            <p:cNvSpPr txBox="1"/>
            <p:nvPr/>
          </p:nvSpPr>
          <p:spPr>
            <a:xfrm>
              <a:off x="2775050" y="5238691"/>
              <a:ext cx="18288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01F649CC-66FA-4E1C-BA62-29AFD1C7892C}"/>
                </a:ext>
              </a:extLst>
            </p:cNvPr>
            <p:cNvSpPr txBox="1"/>
            <p:nvPr/>
          </p:nvSpPr>
          <p:spPr>
            <a:xfrm>
              <a:off x="3332820" y="5242474"/>
              <a:ext cx="18288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2DF9644B-2ED8-4116-A29C-85C7AF008FB7}"/>
                </a:ext>
              </a:extLst>
            </p:cNvPr>
            <p:cNvSpPr txBox="1"/>
            <p:nvPr/>
          </p:nvSpPr>
          <p:spPr>
            <a:xfrm>
              <a:off x="3763225" y="5242474"/>
              <a:ext cx="18288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sz="1200" dirty="0"/>
                <a:t>C</a:t>
              </a: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9C08F984-F7DF-4300-BA93-C7393951C5F6}"/>
                </a:ext>
              </a:extLst>
            </p:cNvPr>
            <p:cNvSpPr txBox="1"/>
            <p:nvPr/>
          </p:nvSpPr>
          <p:spPr>
            <a:xfrm>
              <a:off x="4219840" y="5242474"/>
              <a:ext cx="18288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sz="1200" dirty="0"/>
                <a:t>D</a:t>
              </a:r>
            </a:p>
          </p:txBody>
        </p:sp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A1771DD5-EF7C-4F31-8900-85B5DCF4180E}"/>
              </a:ext>
            </a:extLst>
          </p:cNvPr>
          <p:cNvGrpSpPr/>
          <p:nvPr/>
        </p:nvGrpSpPr>
        <p:grpSpPr>
          <a:xfrm>
            <a:off x="5943170" y="1170333"/>
            <a:ext cx="1828800" cy="2743200"/>
            <a:chOff x="4638153" y="1065275"/>
            <a:chExt cx="1828800" cy="2743200"/>
          </a:xfrm>
        </p:grpSpPr>
        <p:grpSp>
          <p:nvGrpSpPr>
            <p:cNvPr id="216" name="Group 215">
              <a:extLst>
                <a:ext uri="{FF2B5EF4-FFF2-40B4-BE49-F238E27FC236}">
                  <a16:creationId xmlns:a16="http://schemas.microsoft.com/office/drawing/2014/main" id="{BD512EAB-41F2-449D-9E38-1E5BCDC741A6}"/>
                </a:ext>
              </a:extLst>
            </p:cNvPr>
            <p:cNvGrpSpPr/>
            <p:nvPr/>
          </p:nvGrpSpPr>
          <p:grpSpPr>
            <a:xfrm>
              <a:off x="4638153" y="1065275"/>
              <a:ext cx="1828800" cy="2743200"/>
              <a:chOff x="6990898" y="1069144"/>
              <a:chExt cx="1823602" cy="2743200"/>
            </a:xfrm>
          </p:grpSpPr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7570A10E-3C7C-4984-821F-49D549F8EA7B}"/>
                  </a:ext>
                </a:extLst>
              </p:cNvPr>
              <p:cNvSpPr/>
              <p:nvPr/>
            </p:nvSpPr>
            <p:spPr>
              <a:xfrm>
                <a:off x="6990898" y="1069144"/>
                <a:ext cx="457200" cy="27432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0AA6529C-53DE-4731-8DAA-837890190FBB}"/>
                  </a:ext>
                </a:extLst>
              </p:cNvPr>
              <p:cNvSpPr/>
              <p:nvPr/>
            </p:nvSpPr>
            <p:spPr>
              <a:xfrm>
                <a:off x="7446560" y="1069144"/>
                <a:ext cx="457200" cy="27432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8832F78A-556E-4CF9-BE86-25DE0093C4D6}"/>
                  </a:ext>
                </a:extLst>
              </p:cNvPr>
              <p:cNvSpPr/>
              <p:nvPr/>
            </p:nvSpPr>
            <p:spPr>
              <a:xfrm>
                <a:off x="7905594" y="1069144"/>
                <a:ext cx="457200" cy="27432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C2D8F9F8-35E2-4073-A74D-007057761A0F}"/>
                  </a:ext>
                </a:extLst>
              </p:cNvPr>
              <p:cNvSpPr/>
              <p:nvPr/>
            </p:nvSpPr>
            <p:spPr>
              <a:xfrm>
                <a:off x="8357300" y="1069144"/>
                <a:ext cx="457200" cy="27432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0D3727CC-B4CD-491C-AB48-5E611CA2E994}"/>
                  </a:ext>
                </a:extLst>
              </p:cNvPr>
              <p:cNvSpPr txBox="1"/>
              <p:nvPr/>
            </p:nvSpPr>
            <p:spPr>
              <a:xfrm>
                <a:off x="7227757" y="2388038"/>
                <a:ext cx="1350626" cy="12311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27432" tIns="0" rIns="27432" bIns="0" rtlCol="0">
                <a:spAutoFit/>
              </a:bodyPr>
              <a:lstStyle/>
              <a:p>
                <a:r>
                  <a:rPr lang="en-US" sz="800" dirty="0"/>
                  <a:t>714-210 – 4 Door, 36” H x 6” W</a:t>
                </a:r>
              </a:p>
            </p:txBody>
          </p:sp>
        </p:grp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5F48C718-8042-4C86-8E0D-7FB34E7CD8CD}"/>
                </a:ext>
              </a:extLst>
            </p:cNvPr>
            <p:cNvSpPr txBox="1"/>
            <p:nvPr/>
          </p:nvSpPr>
          <p:spPr>
            <a:xfrm>
              <a:off x="4693791" y="2605662"/>
              <a:ext cx="18288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C7FBE8A1-E8B2-4F41-82F7-842DD8F7553C}"/>
                </a:ext>
              </a:extLst>
            </p:cNvPr>
            <p:cNvSpPr txBox="1"/>
            <p:nvPr/>
          </p:nvSpPr>
          <p:spPr>
            <a:xfrm>
              <a:off x="5251561" y="2609445"/>
              <a:ext cx="18288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99081FFA-091F-4B32-97AC-D8476133E46A}"/>
                </a:ext>
              </a:extLst>
            </p:cNvPr>
            <p:cNvSpPr txBox="1"/>
            <p:nvPr/>
          </p:nvSpPr>
          <p:spPr>
            <a:xfrm>
              <a:off x="5681966" y="2609445"/>
              <a:ext cx="18288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sz="1200" dirty="0"/>
                <a:t>C</a:t>
              </a:r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D81F80A3-B57C-4319-8622-E640F3F5C386}"/>
                </a:ext>
              </a:extLst>
            </p:cNvPr>
            <p:cNvSpPr txBox="1"/>
            <p:nvPr/>
          </p:nvSpPr>
          <p:spPr>
            <a:xfrm>
              <a:off x="6138581" y="2609445"/>
              <a:ext cx="18288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sz="1200" dirty="0"/>
                <a:t>D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46D18C6-B9A2-42BD-91AC-8B3FAD7DFAED}"/>
              </a:ext>
            </a:extLst>
          </p:cNvPr>
          <p:cNvGrpSpPr/>
          <p:nvPr/>
        </p:nvGrpSpPr>
        <p:grpSpPr>
          <a:xfrm>
            <a:off x="3989050" y="2846054"/>
            <a:ext cx="1827645" cy="477390"/>
            <a:chOff x="3989050" y="2846054"/>
            <a:chExt cx="1827645" cy="47739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CBA64AA-4B69-40C1-B07F-8FFCA1EE1C46}"/>
                </a:ext>
              </a:extLst>
            </p:cNvPr>
            <p:cNvGrpSpPr/>
            <p:nvPr/>
          </p:nvGrpSpPr>
          <p:grpSpPr>
            <a:xfrm>
              <a:off x="3989050" y="2846054"/>
              <a:ext cx="1827645" cy="457201"/>
              <a:chOff x="3989050" y="2846054"/>
              <a:chExt cx="1827645" cy="457201"/>
            </a:xfrm>
          </p:grpSpPr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C940ADA7-B3C9-43F1-919A-87049F37EFA3}"/>
                  </a:ext>
                </a:extLst>
              </p:cNvPr>
              <p:cNvSpPr/>
              <p:nvPr/>
            </p:nvSpPr>
            <p:spPr>
              <a:xfrm flipH="1">
                <a:off x="3989050" y="2846056"/>
                <a:ext cx="912577" cy="457199"/>
              </a:xfrm>
              <a:prstGeom prst="rect">
                <a:avLst/>
              </a:prstGeom>
              <a:solidFill>
                <a:srgbClr val="FF669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highlight>
                    <a:srgbClr val="6666FF"/>
                  </a:highlight>
                </a:endParaRPr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BE952863-C472-4D13-8356-DE0A2AD8A923}"/>
                  </a:ext>
                </a:extLst>
              </p:cNvPr>
              <p:cNvSpPr/>
              <p:nvPr/>
            </p:nvSpPr>
            <p:spPr>
              <a:xfrm flipH="1">
                <a:off x="4896511" y="2846055"/>
                <a:ext cx="458110" cy="457199"/>
              </a:xfrm>
              <a:prstGeom prst="rect">
                <a:avLst/>
              </a:prstGeom>
              <a:solidFill>
                <a:srgbClr val="FF669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D02DCA8A-612A-4DE3-AB1D-095C7A46926F}"/>
                  </a:ext>
                </a:extLst>
              </p:cNvPr>
              <p:cNvSpPr/>
              <p:nvPr/>
            </p:nvSpPr>
            <p:spPr>
              <a:xfrm flipH="1">
                <a:off x="5358588" y="2846054"/>
                <a:ext cx="458107" cy="457200"/>
              </a:xfrm>
              <a:prstGeom prst="rect">
                <a:avLst/>
              </a:prstGeom>
              <a:solidFill>
                <a:srgbClr val="FF669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C428B48F-0602-4AA9-A7BB-F886DCF69B73}"/>
                  </a:ext>
                </a:extLst>
              </p:cNvPr>
              <p:cNvSpPr txBox="1"/>
              <p:nvPr/>
            </p:nvSpPr>
            <p:spPr>
              <a:xfrm>
                <a:off x="4089479" y="2904762"/>
                <a:ext cx="1652704" cy="2462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27432" tIns="0" rIns="27432" bIns="0" rtlCol="0">
                <a:spAutoFit/>
              </a:bodyPr>
              <a:lstStyle>
                <a:defPPr>
                  <a:defRPr lang="en-US"/>
                </a:defPPr>
                <a:lvl1pPr>
                  <a:defRPr sz="800"/>
                </a:lvl1pPr>
              </a:lstStyle>
              <a:p>
                <a:pPr algn="ctr"/>
                <a:r>
                  <a:rPr lang="en-US" dirty="0"/>
                  <a:t>714-213 – 1  12” Door &amp; 2  6” Doors</a:t>
                </a:r>
                <a:br>
                  <a:rPr lang="en-US" dirty="0"/>
                </a:br>
                <a:r>
                  <a:rPr lang="en-US" dirty="0"/>
                  <a:t>all 6” H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BD248208-821B-49C5-8D92-FCE758CCFA89}"/>
                </a:ext>
              </a:extLst>
            </p:cNvPr>
            <p:cNvGrpSpPr/>
            <p:nvPr/>
          </p:nvGrpSpPr>
          <p:grpSpPr>
            <a:xfrm>
              <a:off x="4275891" y="3138778"/>
              <a:ext cx="1407771" cy="184666"/>
              <a:chOff x="4275891" y="3138778"/>
              <a:chExt cx="1407771" cy="184666"/>
            </a:xfrm>
          </p:grpSpPr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B956435B-FB52-4C3D-A16E-5C64D414A88D}"/>
                  </a:ext>
                </a:extLst>
              </p:cNvPr>
              <p:cNvSpPr txBox="1"/>
              <p:nvPr/>
            </p:nvSpPr>
            <p:spPr>
              <a:xfrm>
                <a:off x="4275891" y="3138778"/>
                <a:ext cx="18288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ctr"/>
                <a:r>
                  <a:rPr lang="en-US" sz="1200" dirty="0"/>
                  <a:t>A</a:t>
                </a:r>
              </a:p>
            </p:txBody>
          </p:sp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6B6D4CB8-CD67-4DC2-A1F3-5087146C35C3}"/>
                  </a:ext>
                </a:extLst>
              </p:cNvPr>
              <p:cNvSpPr txBox="1"/>
              <p:nvPr/>
            </p:nvSpPr>
            <p:spPr>
              <a:xfrm>
                <a:off x="5043249" y="3138778"/>
                <a:ext cx="18288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ctr"/>
                <a:r>
                  <a:rPr lang="en-US" sz="1200" dirty="0"/>
                  <a:t>B</a:t>
                </a:r>
              </a:p>
            </p:txBody>
          </p:sp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4066A7CB-600E-46AF-9994-6AF9A79906B9}"/>
                  </a:ext>
                </a:extLst>
              </p:cNvPr>
              <p:cNvSpPr txBox="1"/>
              <p:nvPr/>
            </p:nvSpPr>
            <p:spPr>
              <a:xfrm>
                <a:off x="5500782" y="3138778"/>
                <a:ext cx="18288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ctr"/>
                <a:r>
                  <a:rPr lang="en-US" sz="1200" dirty="0"/>
                  <a:t>C</a:t>
                </a:r>
              </a:p>
            </p:txBody>
          </p:sp>
        </p:grpSp>
      </p:grpSp>
      <p:sp>
        <p:nvSpPr>
          <p:cNvPr id="242" name="TextBox 241">
            <a:extLst>
              <a:ext uri="{FF2B5EF4-FFF2-40B4-BE49-F238E27FC236}">
                <a16:creationId xmlns:a16="http://schemas.microsoft.com/office/drawing/2014/main" id="{4D7480CF-1467-4F0A-9E8C-80F4D4BAF098}"/>
              </a:ext>
            </a:extLst>
          </p:cNvPr>
          <p:cNvSpPr txBox="1"/>
          <p:nvPr/>
        </p:nvSpPr>
        <p:spPr>
          <a:xfrm>
            <a:off x="7848703" y="1000360"/>
            <a:ext cx="1201101" cy="1184940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00" dirty="0"/>
              <a:t>You can “mix and match” various lockers on these pages using the 6 ft. frames or 3 ft. frames on the Locker Worksheet pages.</a:t>
            </a:r>
          </a:p>
        </p:txBody>
      </p:sp>
    </p:spTree>
    <p:extLst>
      <p:ext uri="{BB962C8B-B14F-4D97-AF65-F5344CB8AC3E}">
        <p14:creationId xmlns:p14="http://schemas.microsoft.com/office/powerpoint/2010/main" val="3421902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54E914A3-317F-C63A-8C22-7F0771CFDF12}"/>
              </a:ext>
            </a:extLst>
          </p:cNvPr>
          <p:cNvGrpSpPr/>
          <p:nvPr/>
        </p:nvGrpSpPr>
        <p:grpSpPr>
          <a:xfrm>
            <a:off x="419853" y="2391779"/>
            <a:ext cx="1902911" cy="1388351"/>
            <a:chOff x="3975665" y="5781941"/>
            <a:chExt cx="1847712" cy="92874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C0663DF-1F79-5C7F-0DA8-F8280C407FFA}"/>
                </a:ext>
              </a:extLst>
            </p:cNvPr>
            <p:cNvGrpSpPr/>
            <p:nvPr/>
          </p:nvGrpSpPr>
          <p:grpSpPr>
            <a:xfrm>
              <a:off x="3975665" y="5781941"/>
              <a:ext cx="1828800" cy="928741"/>
              <a:chOff x="3975665" y="5781941"/>
              <a:chExt cx="1828800" cy="928741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BBB66BBF-E95F-A7FA-2614-213585FBF82A}"/>
                  </a:ext>
                </a:extLst>
              </p:cNvPr>
              <p:cNvGrpSpPr/>
              <p:nvPr/>
            </p:nvGrpSpPr>
            <p:grpSpPr>
              <a:xfrm>
                <a:off x="3975665" y="5781941"/>
                <a:ext cx="1828800" cy="928741"/>
                <a:chOff x="2684859" y="5579754"/>
                <a:chExt cx="1828800" cy="928741"/>
              </a:xfrm>
              <a:solidFill>
                <a:schemeClr val="accent5">
                  <a:lumMod val="40000"/>
                  <a:lumOff val="60000"/>
                </a:schemeClr>
              </a:solidFill>
            </p:grpSpPr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ACC1AE51-70A5-6576-A38C-203B9241CDD4}"/>
                    </a:ext>
                  </a:extLst>
                </p:cNvPr>
                <p:cNvSpPr/>
                <p:nvPr/>
              </p:nvSpPr>
              <p:spPr>
                <a:xfrm flipH="1">
                  <a:off x="2684859" y="5579754"/>
                  <a:ext cx="1828800" cy="914400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4756532F-0886-F250-A334-C2DD13B3D9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30115" y="5594095"/>
                  <a:ext cx="435" cy="914400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1CDB0B1D-9DE9-FD91-D5A4-2E377A2C3B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20477" y="5603055"/>
                  <a:ext cx="1008" cy="905440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43764F1-70FC-A184-741D-34A1F45FF322}"/>
                  </a:ext>
                </a:extLst>
              </p:cNvPr>
              <p:cNvSpPr txBox="1"/>
              <p:nvPr/>
            </p:nvSpPr>
            <p:spPr>
              <a:xfrm>
                <a:off x="4407808" y="6018250"/>
                <a:ext cx="1021939" cy="1647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27432" tIns="0" rIns="27432" bIns="0" rtlCol="0">
                <a:spAutoFit/>
              </a:bodyPr>
              <a:lstStyle>
                <a:defPPr>
                  <a:defRPr lang="en-US"/>
                </a:defPPr>
                <a:lvl1pPr>
                  <a:defRPr sz="800"/>
                </a:lvl1pPr>
              </a:lstStyle>
              <a:p>
                <a:pPr algn="ctr"/>
                <a:r>
                  <a:rPr lang="en-US" dirty="0"/>
                  <a:t>714-229 – 3 Door, 18” H</a:t>
                </a:r>
              </a:p>
              <a:p>
                <a:pPr algn="ctr"/>
                <a:r>
                  <a:rPr lang="en-US" dirty="0"/>
                  <a:t>x 8” W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EEFD9CB-AB04-576E-912A-51790484913D}"/>
                </a:ext>
              </a:extLst>
            </p:cNvPr>
            <p:cNvGrpSpPr/>
            <p:nvPr/>
          </p:nvGrpSpPr>
          <p:grpSpPr>
            <a:xfrm>
              <a:off x="4048790" y="6349280"/>
              <a:ext cx="1774587" cy="184666"/>
              <a:chOff x="4048790" y="6349280"/>
              <a:chExt cx="1774587" cy="184666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296D753-C6CF-0285-FF30-122238E3F76E}"/>
                  </a:ext>
                </a:extLst>
              </p:cNvPr>
              <p:cNvSpPr txBox="1"/>
              <p:nvPr/>
            </p:nvSpPr>
            <p:spPr>
              <a:xfrm>
                <a:off x="4048790" y="6349280"/>
                <a:ext cx="18288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sz="1200" dirty="0"/>
                  <a:t>A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95B3675-13AB-BF23-DCB4-D6235074BB8E}"/>
                  </a:ext>
                </a:extLst>
              </p:cNvPr>
              <p:cNvSpPr txBox="1"/>
              <p:nvPr/>
            </p:nvSpPr>
            <p:spPr>
              <a:xfrm>
                <a:off x="5640497" y="6349280"/>
                <a:ext cx="18288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sz="1200" dirty="0"/>
                  <a:t>C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0277FCF-8EEB-9A99-75D5-A0C2F0E42DDB}"/>
                  </a:ext>
                </a:extLst>
              </p:cNvPr>
              <p:cNvSpPr txBox="1"/>
              <p:nvPr/>
            </p:nvSpPr>
            <p:spPr>
              <a:xfrm>
                <a:off x="4858786" y="6349280"/>
                <a:ext cx="18288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sz="1200" dirty="0"/>
                  <a:t>B</a:t>
                </a:r>
              </a:p>
            </p:txBody>
          </p:sp>
        </p:grp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6ED41A63-5D71-7D8C-CCAC-E4726B44E593}"/>
              </a:ext>
            </a:extLst>
          </p:cNvPr>
          <p:cNvSpPr txBox="1"/>
          <p:nvPr/>
        </p:nvSpPr>
        <p:spPr>
          <a:xfrm>
            <a:off x="397191" y="246415"/>
            <a:ext cx="752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Individual Locker Choices </a:t>
            </a:r>
            <a:r>
              <a:rPr lang="en-US" b="1" dirty="0"/>
              <a:t>– Cont.</a:t>
            </a:r>
            <a:endParaRPr lang="en-US" sz="2400" b="1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61921EB-994D-915F-96FD-A529E8EAB0B0}"/>
              </a:ext>
            </a:extLst>
          </p:cNvPr>
          <p:cNvGrpSpPr/>
          <p:nvPr/>
        </p:nvGrpSpPr>
        <p:grpSpPr>
          <a:xfrm>
            <a:off x="414192" y="949120"/>
            <a:ext cx="1908572" cy="1376362"/>
            <a:chOff x="2699178" y="4630762"/>
            <a:chExt cx="1828800" cy="914400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4C04D9D-A712-D220-10F4-C9E1C8944043}"/>
                </a:ext>
              </a:extLst>
            </p:cNvPr>
            <p:cNvGrpSpPr/>
            <p:nvPr/>
          </p:nvGrpSpPr>
          <p:grpSpPr>
            <a:xfrm>
              <a:off x="2699178" y="4630762"/>
              <a:ext cx="1828800" cy="914400"/>
              <a:chOff x="2750308" y="2564829"/>
              <a:chExt cx="1843438" cy="925073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13AC1802-7B59-C9C2-2FEA-FE3C95817793}"/>
                  </a:ext>
                </a:extLst>
              </p:cNvPr>
              <p:cNvGrpSpPr/>
              <p:nvPr/>
            </p:nvGrpSpPr>
            <p:grpSpPr>
              <a:xfrm>
                <a:off x="2750308" y="2564829"/>
                <a:ext cx="1843438" cy="925073"/>
                <a:chOff x="2750308" y="2564829"/>
                <a:chExt cx="1843438" cy="925073"/>
              </a:xfrm>
            </p:grpSpPr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06FE5253-E5E1-3B0D-B9EE-DC7192E94263}"/>
                    </a:ext>
                  </a:extLst>
                </p:cNvPr>
                <p:cNvSpPr/>
                <p:nvPr/>
              </p:nvSpPr>
              <p:spPr>
                <a:xfrm flipH="1">
                  <a:off x="2750308" y="2564829"/>
                  <a:ext cx="921718" cy="925073"/>
                </a:xfrm>
                <a:prstGeom prst="rect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9039F134-29D6-53F1-36D8-20FCEDD3AB5E}"/>
                    </a:ext>
                  </a:extLst>
                </p:cNvPr>
                <p:cNvSpPr/>
                <p:nvPr/>
              </p:nvSpPr>
              <p:spPr>
                <a:xfrm flipH="1">
                  <a:off x="3672026" y="2564829"/>
                  <a:ext cx="921720" cy="925073"/>
                </a:xfrm>
                <a:prstGeom prst="rect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792F3BA0-638C-F740-1E9C-A6DC18AB685D}"/>
                    </a:ext>
                  </a:extLst>
                </p:cNvPr>
                <p:cNvCxnSpPr>
                  <a:stCxn id="33" idx="0"/>
                </p:cNvCxnSpPr>
                <p:nvPr/>
              </p:nvCxnSpPr>
              <p:spPr>
                <a:xfrm>
                  <a:off x="3211167" y="2564829"/>
                  <a:ext cx="438" cy="92507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5FBB95C6-D590-48D3-4E0D-8CA3DBC2C90F}"/>
                    </a:ext>
                  </a:extLst>
                </p:cNvPr>
                <p:cNvCxnSpPr>
                  <a:stCxn id="34" idx="0"/>
                </p:cNvCxnSpPr>
                <p:nvPr/>
              </p:nvCxnSpPr>
              <p:spPr>
                <a:xfrm flipH="1">
                  <a:off x="4131870" y="2564829"/>
                  <a:ext cx="1016" cy="91600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EAA7597-C337-453A-DAA6-18CE6ECC5CDF}"/>
                  </a:ext>
                </a:extLst>
              </p:cNvPr>
              <p:cNvSpPr txBox="1"/>
              <p:nvPr/>
            </p:nvSpPr>
            <p:spPr>
              <a:xfrm>
                <a:off x="3138016" y="2886305"/>
                <a:ext cx="1060893" cy="16548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27432" tIns="0" rIns="27432" bIns="0" rtlCol="0">
                <a:spAutoFit/>
              </a:bodyPr>
              <a:lstStyle>
                <a:defPPr>
                  <a:defRPr lang="en-US"/>
                </a:defPPr>
                <a:lvl1pPr>
                  <a:defRPr sz="800"/>
                </a:lvl1pPr>
              </a:lstStyle>
              <a:p>
                <a:pPr algn="ctr"/>
                <a:r>
                  <a:rPr lang="en-US" dirty="0"/>
                  <a:t>714-224 – 4 Door, 18” H</a:t>
                </a:r>
              </a:p>
              <a:p>
                <a:pPr algn="ctr"/>
                <a:r>
                  <a:rPr lang="en-US" dirty="0"/>
                  <a:t>x 6” W</a:t>
                </a:r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283F373-32BD-0068-5F8D-858DB1826B19}"/>
                </a:ext>
              </a:extLst>
            </p:cNvPr>
            <p:cNvSpPr txBox="1"/>
            <p:nvPr/>
          </p:nvSpPr>
          <p:spPr>
            <a:xfrm>
              <a:off x="2775050" y="5238691"/>
              <a:ext cx="18288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030D831-E48E-AB73-49A7-DFCE92935025}"/>
                </a:ext>
              </a:extLst>
            </p:cNvPr>
            <p:cNvSpPr txBox="1"/>
            <p:nvPr/>
          </p:nvSpPr>
          <p:spPr>
            <a:xfrm>
              <a:off x="3332820" y="5242474"/>
              <a:ext cx="18288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AD32CA7-6558-42FF-6853-AA9576F337E8}"/>
                </a:ext>
              </a:extLst>
            </p:cNvPr>
            <p:cNvSpPr txBox="1"/>
            <p:nvPr/>
          </p:nvSpPr>
          <p:spPr>
            <a:xfrm>
              <a:off x="3763225" y="5242474"/>
              <a:ext cx="18288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sz="1200" dirty="0"/>
                <a:t>C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A48E67B-231D-7033-1D5B-64CE57C39581}"/>
                </a:ext>
              </a:extLst>
            </p:cNvPr>
            <p:cNvSpPr txBox="1"/>
            <p:nvPr/>
          </p:nvSpPr>
          <p:spPr>
            <a:xfrm>
              <a:off x="4219840" y="5242474"/>
              <a:ext cx="18288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sz="1200" dirty="0"/>
                <a:t>D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FE58C8B-1704-D0C1-CD1A-A685D383BF67}"/>
              </a:ext>
            </a:extLst>
          </p:cNvPr>
          <p:cNvGrpSpPr/>
          <p:nvPr/>
        </p:nvGrpSpPr>
        <p:grpSpPr>
          <a:xfrm>
            <a:off x="409003" y="3846279"/>
            <a:ext cx="1918948" cy="461665"/>
            <a:chOff x="2078611" y="955187"/>
            <a:chExt cx="1828800" cy="46166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D957887-D96A-22C7-C978-0D43056AE526}"/>
                </a:ext>
              </a:extLst>
            </p:cNvPr>
            <p:cNvSpPr/>
            <p:nvPr/>
          </p:nvSpPr>
          <p:spPr>
            <a:xfrm>
              <a:off x="2078611" y="955187"/>
              <a:ext cx="1828800" cy="445906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2333DF1-91E4-8B8C-6C5E-D98F77DDC0A4}"/>
                </a:ext>
              </a:extLst>
            </p:cNvPr>
            <p:cNvCxnSpPr>
              <a:cxnSpLocks/>
            </p:cNvCxnSpPr>
            <p:nvPr/>
          </p:nvCxnSpPr>
          <p:spPr>
            <a:xfrm>
              <a:off x="2674625" y="956106"/>
              <a:ext cx="1" cy="46074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E8D1D06-8A24-34FD-67D9-C5BBCF75F458}"/>
                </a:ext>
              </a:extLst>
            </p:cNvPr>
            <p:cNvCxnSpPr>
              <a:cxnSpLocks/>
            </p:cNvCxnSpPr>
            <p:nvPr/>
          </p:nvCxnSpPr>
          <p:spPr>
            <a:xfrm>
              <a:off x="3281785" y="956106"/>
              <a:ext cx="0" cy="4449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1DA56A6-7F87-E0D7-AC68-4415794EB2EE}"/>
                </a:ext>
              </a:extLst>
            </p:cNvPr>
            <p:cNvSpPr txBox="1"/>
            <p:nvPr/>
          </p:nvSpPr>
          <p:spPr>
            <a:xfrm>
              <a:off x="2331840" y="1101885"/>
              <a:ext cx="1299330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27432" tIns="0" rIns="27432" bIns="0" rtlCol="0">
              <a:spAutoFit/>
            </a:bodyPr>
            <a:lstStyle/>
            <a:p>
              <a:pPr algn="ctr"/>
              <a:r>
                <a:rPr lang="en-US" sz="800" dirty="0"/>
                <a:t>714-236 – 3 Door, 8” W x 6” 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379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2615899" y="501445"/>
            <a:ext cx="38534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Locker Modules </a:t>
            </a:r>
            <a:r>
              <a:rPr lang="en-US" sz="2000" dirty="0"/>
              <a:t>(cont.)</a:t>
            </a:r>
            <a:endParaRPr lang="en-US" sz="2400" b="1" dirty="0"/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42E3B534-A00B-48C5-AFC8-5E209B94A85D}"/>
              </a:ext>
            </a:extLst>
          </p:cNvPr>
          <p:cNvGrpSpPr/>
          <p:nvPr/>
        </p:nvGrpSpPr>
        <p:grpSpPr>
          <a:xfrm>
            <a:off x="404805" y="2420618"/>
            <a:ext cx="1828800" cy="228600"/>
            <a:chOff x="4777727" y="5641513"/>
            <a:chExt cx="1828800" cy="228600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5F14C8D3-645A-444E-9DAC-1A5DA1C8EF96}"/>
                </a:ext>
              </a:extLst>
            </p:cNvPr>
            <p:cNvSpPr/>
            <p:nvPr/>
          </p:nvSpPr>
          <p:spPr>
            <a:xfrm>
              <a:off x="4777727" y="5641513"/>
              <a:ext cx="1828800" cy="2286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4C3E38C0-7571-4506-B638-EB97C7181910}"/>
                </a:ext>
              </a:extLst>
            </p:cNvPr>
            <p:cNvSpPr txBox="1"/>
            <p:nvPr/>
          </p:nvSpPr>
          <p:spPr>
            <a:xfrm>
              <a:off x="4951475" y="5684000"/>
              <a:ext cx="1488484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27432" tIns="0" rIns="27432" bIns="0" rtlCol="0">
              <a:spAutoFit/>
            </a:bodyPr>
            <a:lstStyle>
              <a:defPPr>
                <a:defRPr lang="en-US"/>
              </a:defPPr>
              <a:lvl1pPr>
                <a:defRPr sz="800"/>
              </a:lvl1pPr>
            </a:lstStyle>
            <a:p>
              <a:r>
                <a:rPr lang="en-US" dirty="0"/>
                <a:t>614-006 – Front Vanity Panel, 3” H</a:t>
              </a: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C4119E56-B85D-4EC9-A358-3F12B9E3ABE3}"/>
              </a:ext>
            </a:extLst>
          </p:cNvPr>
          <p:cNvGrpSpPr/>
          <p:nvPr/>
        </p:nvGrpSpPr>
        <p:grpSpPr>
          <a:xfrm>
            <a:off x="404452" y="2833603"/>
            <a:ext cx="1828800" cy="686373"/>
            <a:chOff x="4781317" y="5995133"/>
            <a:chExt cx="1828800" cy="686373"/>
          </a:xfrm>
        </p:grpSpPr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B7F95A5A-AE8C-4796-96E0-AD79B907DCD7}"/>
                </a:ext>
              </a:extLst>
            </p:cNvPr>
            <p:cNvSpPr/>
            <p:nvPr/>
          </p:nvSpPr>
          <p:spPr>
            <a:xfrm>
              <a:off x="4781317" y="5995133"/>
              <a:ext cx="1828800" cy="68637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0DB20AA2-B132-47B4-9DA4-849A70481F30}"/>
                </a:ext>
              </a:extLst>
            </p:cNvPr>
            <p:cNvSpPr txBox="1"/>
            <p:nvPr/>
          </p:nvSpPr>
          <p:spPr>
            <a:xfrm>
              <a:off x="4951475" y="6276763"/>
              <a:ext cx="1488485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27432" tIns="0" rIns="27432" bIns="0" rtlCol="0">
              <a:spAutoFit/>
            </a:bodyPr>
            <a:lstStyle>
              <a:defPPr>
                <a:defRPr lang="en-US"/>
              </a:defPPr>
              <a:lvl1pPr>
                <a:defRPr sz="800"/>
              </a:lvl1pPr>
            </a:lstStyle>
            <a:p>
              <a:r>
                <a:rPr lang="en-US" dirty="0"/>
                <a:t>614-036 – Front Vanity Panel, 9” H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D71EA4D-01A9-4D4D-9946-D8828D6198E3}"/>
              </a:ext>
            </a:extLst>
          </p:cNvPr>
          <p:cNvGrpSpPr/>
          <p:nvPr/>
        </p:nvGrpSpPr>
        <p:grpSpPr>
          <a:xfrm>
            <a:off x="777250" y="1304731"/>
            <a:ext cx="1062530" cy="308291"/>
            <a:chOff x="473670" y="1402019"/>
            <a:chExt cx="1062530" cy="308291"/>
          </a:xfrm>
        </p:grpSpPr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37FA7E8C-A259-40E6-A9D6-666F047A5ABB}"/>
                </a:ext>
              </a:extLst>
            </p:cNvPr>
            <p:cNvSpPr/>
            <p:nvPr/>
          </p:nvSpPr>
          <p:spPr>
            <a:xfrm>
              <a:off x="473670" y="1402019"/>
              <a:ext cx="1062530" cy="308291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3F6ECF83-115A-411C-9202-524EAEC4E423}"/>
                </a:ext>
              </a:extLst>
            </p:cNvPr>
            <p:cNvSpPr txBox="1"/>
            <p:nvPr/>
          </p:nvSpPr>
          <p:spPr>
            <a:xfrm>
              <a:off x="575954" y="1436511"/>
              <a:ext cx="879343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27432" tIns="0" rIns="27432" bIns="0" rtlCol="0">
              <a:spAutoFit/>
            </a:bodyPr>
            <a:lstStyle>
              <a:defPPr>
                <a:defRPr lang="en-US"/>
              </a:defPPr>
              <a:lvl1pPr>
                <a:defRPr sz="800"/>
              </a:lvl1pPr>
            </a:lstStyle>
            <a:p>
              <a:pPr algn="ctr"/>
              <a:r>
                <a:rPr lang="en-US" dirty="0"/>
                <a:t>714-051 SuperRobo</a:t>
              </a:r>
              <a:br>
                <a:rPr lang="en-US" dirty="0"/>
              </a:br>
              <a:r>
                <a:rPr lang="en-US" dirty="0"/>
                <a:t>Controller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96CF9F34-4534-492F-B321-29178067109B}"/>
              </a:ext>
            </a:extLst>
          </p:cNvPr>
          <p:cNvGrpSpPr/>
          <p:nvPr/>
        </p:nvGrpSpPr>
        <p:grpSpPr>
          <a:xfrm>
            <a:off x="404805" y="1767953"/>
            <a:ext cx="1828800" cy="457200"/>
            <a:chOff x="6621165" y="2193193"/>
            <a:chExt cx="1828800" cy="457200"/>
          </a:xfrm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4347D831-E127-4F88-97AD-8C9194BA79AB}"/>
                </a:ext>
              </a:extLst>
            </p:cNvPr>
            <p:cNvSpPr/>
            <p:nvPr/>
          </p:nvSpPr>
          <p:spPr>
            <a:xfrm>
              <a:off x="6621165" y="2193193"/>
              <a:ext cx="1828800" cy="4572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455EC316-A665-4074-9723-538AC02C20E7}"/>
                </a:ext>
              </a:extLst>
            </p:cNvPr>
            <p:cNvSpPr txBox="1"/>
            <p:nvPr/>
          </p:nvSpPr>
          <p:spPr>
            <a:xfrm>
              <a:off x="6745637" y="2299540"/>
              <a:ext cx="1579856" cy="2646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27432" tIns="9144" rIns="27432" bIns="9144" rtlCol="0">
              <a:spAutoFit/>
            </a:bodyPr>
            <a:lstStyle>
              <a:defPPr>
                <a:defRPr lang="en-US"/>
              </a:defPPr>
              <a:lvl1pPr>
                <a:defRPr sz="800"/>
              </a:lvl1pPr>
            </a:lstStyle>
            <a:p>
              <a:pPr algn="ctr"/>
              <a:r>
                <a:rPr lang="en-US" dirty="0"/>
                <a:t>714-052 – Network Switch Enclosure</a:t>
              </a:r>
            </a:p>
            <a:p>
              <a:pPr algn="ctr"/>
              <a:r>
                <a:rPr lang="en-US" dirty="0"/>
                <a:t>1 Door, 6” H</a:t>
              </a:r>
            </a:p>
          </p:txBody>
        </p:sp>
      </p:grp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64904CE-578A-4ACF-AF4E-D3E56501F54F}"/>
              </a:ext>
            </a:extLst>
          </p:cNvPr>
          <p:cNvSpPr/>
          <p:nvPr/>
        </p:nvSpPr>
        <p:spPr>
          <a:xfrm>
            <a:off x="1463428" y="849733"/>
            <a:ext cx="109728" cy="156149"/>
          </a:xfrm>
          <a:prstGeom prst="roundRect">
            <a:avLst/>
          </a:prstGeom>
          <a:solidFill>
            <a:srgbClr val="FF000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81A0802-7B91-4AE4-97FF-4B42DFD5470E}"/>
              </a:ext>
            </a:extLst>
          </p:cNvPr>
          <p:cNvSpPr txBox="1"/>
          <p:nvPr/>
        </p:nvSpPr>
        <p:spPr>
          <a:xfrm>
            <a:off x="1627938" y="838433"/>
            <a:ext cx="509563" cy="18466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200" dirty="0"/>
              <a:t>= Power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9191901-7387-4A1E-9EA5-07F711AAAF2F}"/>
              </a:ext>
            </a:extLst>
          </p:cNvPr>
          <p:cNvGrpSpPr/>
          <p:nvPr/>
        </p:nvGrpSpPr>
        <p:grpSpPr>
          <a:xfrm>
            <a:off x="111854" y="579826"/>
            <a:ext cx="834845" cy="607160"/>
            <a:chOff x="152672" y="3113782"/>
            <a:chExt cx="834845" cy="607160"/>
          </a:xfrm>
        </p:grpSpPr>
        <p:sp>
          <p:nvSpPr>
            <p:cNvPr id="53" name="Arrow: Right 52">
              <a:extLst>
                <a:ext uri="{FF2B5EF4-FFF2-40B4-BE49-F238E27FC236}">
                  <a16:creationId xmlns:a16="http://schemas.microsoft.com/office/drawing/2014/main" id="{32FF24D3-A95B-4C07-9CB0-2D896F9CD61F}"/>
                </a:ext>
              </a:extLst>
            </p:cNvPr>
            <p:cNvSpPr/>
            <p:nvPr/>
          </p:nvSpPr>
          <p:spPr>
            <a:xfrm>
              <a:off x="152672" y="3113782"/>
              <a:ext cx="834845" cy="60716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8E6E511-7BBA-40E8-8D94-166C0E29257A}"/>
                </a:ext>
              </a:extLst>
            </p:cNvPr>
            <p:cNvSpPr txBox="1"/>
            <p:nvPr/>
          </p:nvSpPr>
          <p:spPr>
            <a:xfrm>
              <a:off x="221465" y="3328685"/>
              <a:ext cx="377731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200" b="1" dirty="0"/>
                <a:t>(</a:t>
              </a:r>
              <a:r>
                <a:rPr lang="en-US" sz="1200" b="1" dirty="0" err="1"/>
                <a:t>cont</a:t>
              </a:r>
              <a:r>
                <a:rPr lang="en-US" sz="1200" b="1" dirty="0"/>
                <a:t>)</a:t>
              </a:r>
              <a:endParaRPr lang="en-US" sz="1600" b="1" dirty="0"/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DACF214B-75FB-4039-B69D-9D344C6D9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44" y="3779972"/>
            <a:ext cx="1792379" cy="95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345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270660" y="1140806"/>
            <a:ext cx="1828800" cy="5486400"/>
            <a:chOff x="4471615" y="1140806"/>
            <a:chExt cx="1828800" cy="5486400"/>
          </a:xfrm>
        </p:grpSpPr>
        <p:sp>
          <p:nvSpPr>
            <p:cNvPr id="55" name="Rectangle 54"/>
            <p:cNvSpPr/>
            <p:nvPr/>
          </p:nvSpPr>
          <p:spPr>
            <a:xfrm flipH="1">
              <a:off x="4471615" y="1140806"/>
              <a:ext cx="1828800" cy="5486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663608" y="3844773"/>
              <a:ext cx="1401922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27432" tIns="0" rIns="27432" bIns="0" rtlCol="0">
              <a:spAutoFit/>
            </a:bodyPr>
            <a:lstStyle>
              <a:defPPr>
                <a:defRPr lang="en-US"/>
              </a:defPPr>
              <a:lvl1pPr>
                <a:defRPr sz="800"/>
              </a:lvl1pPr>
            </a:lstStyle>
            <a:p>
              <a:r>
                <a:rPr lang="en-US" dirty="0"/>
                <a:t>714-215 – 1 Door, 72” H x 24” W</a:t>
              </a:r>
            </a:p>
          </p:txBody>
        </p:sp>
      </p:grpSp>
      <p:sp>
        <p:nvSpPr>
          <p:cNvPr id="63" name="TextBox 62"/>
          <p:cNvSpPr txBox="1"/>
          <p:nvPr/>
        </p:nvSpPr>
        <p:spPr>
          <a:xfrm>
            <a:off x="2615899" y="501445"/>
            <a:ext cx="38534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Locker Modules</a:t>
            </a:r>
            <a:r>
              <a:rPr lang="en-US" sz="2000" dirty="0"/>
              <a:t> (cont.)</a:t>
            </a:r>
            <a:endParaRPr lang="en-US" sz="2400" b="1" dirty="0"/>
          </a:p>
        </p:txBody>
      </p:sp>
      <p:pic>
        <p:nvPicPr>
          <p:cNvPr id="1026" name="Picture 2" descr="image00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78" t="3972" r="8450" b="3669"/>
          <a:stretch/>
        </p:blipFill>
        <p:spPr bwMode="auto">
          <a:xfrm>
            <a:off x="6169970" y="544990"/>
            <a:ext cx="2783625" cy="60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TextBox 87"/>
          <p:cNvSpPr txBox="1"/>
          <p:nvPr/>
        </p:nvSpPr>
        <p:spPr>
          <a:xfrm>
            <a:off x="6938426" y="528340"/>
            <a:ext cx="2049165" cy="55399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714-219</a:t>
            </a:r>
          </a:p>
          <a:p>
            <a:pPr algn="ctr"/>
            <a:r>
              <a:rPr lang="en-US" sz="1200" dirty="0"/>
              <a:t>6 ft. Double-Deep Frame</a:t>
            </a:r>
          </a:p>
          <a:p>
            <a:pPr algn="ctr"/>
            <a:r>
              <a:rPr lang="en-US" sz="1200" dirty="0"/>
              <a:t>Good for tires &amp; bulky objects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382" t="23153" r="33079" b="27396"/>
          <a:stretch/>
        </p:blipFill>
        <p:spPr>
          <a:xfrm>
            <a:off x="9276436" y="732277"/>
            <a:ext cx="1725494" cy="554616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D703DDA-BEA9-4361-B0B0-048E4B4933E2}"/>
              </a:ext>
            </a:extLst>
          </p:cNvPr>
          <p:cNvGrpSpPr/>
          <p:nvPr/>
        </p:nvGrpSpPr>
        <p:grpSpPr>
          <a:xfrm>
            <a:off x="245985" y="1140806"/>
            <a:ext cx="1828800" cy="5486400"/>
            <a:chOff x="245985" y="1140806"/>
            <a:chExt cx="1828800" cy="5486400"/>
          </a:xfrm>
        </p:grpSpPr>
        <p:grpSp>
          <p:nvGrpSpPr>
            <p:cNvPr id="82" name="Group 81"/>
            <p:cNvGrpSpPr/>
            <p:nvPr/>
          </p:nvGrpSpPr>
          <p:grpSpPr>
            <a:xfrm>
              <a:off x="245985" y="1140806"/>
              <a:ext cx="1828800" cy="5486400"/>
              <a:chOff x="7076535" y="722006"/>
              <a:chExt cx="1839365" cy="5475784"/>
            </a:xfrm>
          </p:grpSpPr>
          <p:sp>
            <p:nvSpPr>
              <p:cNvPr id="83" name="Rectangle 82"/>
              <p:cNvSpPr/>
              <p:nvPr/>
            </p:nvSpPr>
            <p:spPr>
              <a:xfrm flipH="1">
                <a:off x="7076535" y="722008"/>
                <a:ext cx="926541" cy="547578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Rectangle 83"/>
              <p:cNvSpPr/>
              <p:nvPr/>
            </p:nvSpPr>
            <p:spPr>
              <a:xfrm flipH="1">
                <a:off x="8002363" y="722006"/>
                <a:ext cx="913537" cy="547578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TextBox 84"/>
              <p:cNvSpPr txBox="1"/>
              <p:nvPr/>
            </p:nvSpPr>
            <p:spPr>
              <a:xfrm>
                <a:off x="7304220" y="3425973"/>
                <a:ext cx="1401922" cy="12311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27432" tIns="0" rIns="27432" bIns="0" rtlCol="0">
                <a:spAutoFit/>
              </a:bodyPr>
              <a:lstStyle>
                <a:defPPr>
                  <a:defRPr lang="en-US"/>
                </a:defPPr>
                <a:lvl1pPr>
                  <a:defRPr sz="800"/>
                </a:lvl1pPr>
              </a:lstStyle>
              <a:p>
                <a:r>
                  <a:rPr lang="en-US" dirty="0"/>
                  <a:t>714-211 – 2 Door, 72” H x 12” W</a:t>
                </a: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034F84B-B210-4772-8302-6C101501B899}"/>
                </a:ext>
              </a:extLst>
            </p:cNvPr>
            <p:cNvSpPr txBox="1"/>
            <p:nvPr/>
          </p:nvSpPr>
          <p:spPr>
            <a:xfrm>
              <a:off x="506576" y="4036160"/>
              <a:ext cx="18288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FCB3553-1630-4037-9268-33E8EEF606D3}"/>
                </a:ext>
              </a:extLst>
            </p:cNvPr>
            <p:cNvSpPr txBox="1"/>
            <p:nvPr/>
          </p:nvSpPr>
          <p:spPr>
            <a:xfrm>
              <a:off x="1578962" y="4036160"/>
              <a:ext cx="83356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7AF73F5-6DC1-415F-A43E-E8D572DACC13}"/>
              </a:ext>
            </a:extLst>
          </p:cNvPr>
          <p:cNvGrpSpPr/>
          <p:nvPr/>
        </p:nvGrpSpPr>
        <p:grpSpPr>
          <a:xfrm>
            <a:off x="4268420" y="1140806"/>
            <a:ext cx="1828800" cy="5486400"/>
            <a:chOff x="4268420" y="1140806"/>
            <a:chExt cx="1828800" cy="5486400"/>
          </a:xfrm>
        </p:grpSpPr>
        <p:grpSp>
          <p:nvGrpSpPr>
            <p:cNvPr id="6" name="Group 5"/>
            <p:cNvGrpSpPr/>
            <p:nvPr/>
          </p:nvGrpSpPr>
          <p:grpSpPr>
            <a:xfrm>
              <a:off x="4268420" y="1140806"/>
              <a:ext cx="1828800" cy="5486400"/>
              <a:chOff x="4268420" y="1140806"/>
              <a:chExt cx="1828800" cy="5486400"/>
            </a:xfrm>
          </p:grpSpPr>
          <p:sp>
            <p:nvSpPr>
              <p:cNvPr id="79" name="Rectangle 78"/>
              <p:cNvSpPr/>
              <p:nvPr/>
            </p:nvSpPr>
            <p:spPr>
              <a:xfrm flipH="1">
                <a:off x="4268420" y="1140806"/>
                <a:ext cx="1828800" cy="54864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TextBox 79"/>
              <p:cNvSpPr txBox="1"/>
              <p:nvPr/>
            </p:nvSpPr>
            <p:spPr>
              <a:xfrm>
                <a:off x="4550788" y="3201315"/>
                <a:ext cx="129933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27432" tIns="0" rIns="27432" bIns="0" rtlCol="0">
                <a:spAutoFit/>
              </a:bodyPr>
              <a:lstStyle>
                <a:defPPr>
                  <a:defRPr lang="en-US"/>
                </a:defPPr>
                <a:lvl1pPr>
                  <a:defRPr sz="800"/>
                </a:lvl1pPr>
              </a:lstStyle>
              <a:p>
                <a:pPr algn="ctr"/>
                <a:r>
                  <a:rPr lang="en-US" dirty="0"/>
                  <a:t>714-219 – 2 Door Tire Locker, </a:t>
                </a:r>
              </a:p>
              <a:p>
                <a:pPr algn="ctr"/>
                <a:r>
                  <a:rPr lang="en-US" dirty="0"/>
                  <a:t>36” H x 24” W X 48” Deep</a:t>
                </a:r>
              </a:p>
              <a:p>
                <a:pPr algn="ctr"/>
                <a:r>
                  <a:rPr lang="en-US" dirty="0"/>
                  <a:t>(Includes 2 frames)</a:t>
                </a:r>
              </a:p>
            </p:txBody>
          </p:sp>
          <p:cxnSp>
            <p:nvCxnSpPr>
              <p:cNvPr id="4" name="Straight Connector 3"/>
              <p:cNvCxnSpPr>
                <a:stCxn id="79" idx="3"/>
                <a:endCxn id="79" idx="1"/>
              </p:cNvCxnSpPr>
              <p:nvPr/>
            </p:nvCxnSpPr>
            <p:spPr>
              <a:xfrm>
                <a:off x="4268420" y="3884006"/>
                <a:ext cx="1828800" cy="0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14372A0-5589-4688-BD24-1DF8D9E33113}"/>
                </a:ext>
              </a:extLst>
            </p:cNvPr>
            <p:cNvSpPr txBox="1"/>
            <p:nvPr/>
          </p:nvSpPr>
          <p:spPr>
            <a:xfrm>
              <a:off x="5086481" y="2874755"/>
              <a:ext cx="18288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200" dirty="0"/>
                <a:t>A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26021AC-2C77-4B1A-9075-85626BCA604A}"/>
                </a:ext>
              </a:extLst>
            </p:cNvPr>
            <p:cNvSpPr txBox="1"/>
            <p:nvPr/>
          </p:nvSpPr>
          <p:spPr>
            <a:xfrm>
              <a:off x="5136243" y="4225554"/>
              <a:ext cx="83356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200" dirty="0"/>
                <a:t>B</a:t>
              </a:r>
            </a:p>
          </p:txBody>
        </p:sp>
      </p:grpSp>
      <p:sp>
        <p:nvSpPr>
          <p:cNvPr id="7" name="Arrow: Left-Right 6">
            <a:extLst>
              <a:ext uri="{FF2B5EF4-FFF2-40B4-BE49-F238E27FC236}">
                <a16:creationId xmlns:a16="http://schemas.microsoft.com/office/drawing/2014/main" id="{04F7B307-D653-40BB-A268-FD3CDC1D4CB7}"/>
              </a:ext>
            </a:extLst>
          </p:cNvPr>
          <p:cNvSpPr/>
          <p:nvPr/>
        </p:nvSpPr>
        <p:spPr>
          <a:xfrm>
            <a:off x="5750267" y="1254349"/>
            <a:ext cx="834845" cy="30358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240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7000640" y="546392"/>
            <a:ext cx="204916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AutoLocker FX</a:t>
            </a:r>
            <a:br>
              <a:rPr lang="en-US" sz="2400" b="1" dirty="0"/>
            </a:br>
            <a:r>
              <a:rPr lang="en-US" sz="2400" b="1" dirty="0"/>
              <a:t>Configurations</a:t>
            </a:r>
          </a:p>
          <a:p>
            <a:pPr algn="ctr"/>
            <a:r>
              <a:rPr lang="en-US" sz="1200" dirty="0"/>
              <a:t>you can use the AutoLocker FX as a </a:t>
            </a:r>
            <a:br>
              <a:rPr lang="en-US" sz="1200" dirty="0"/>
            </a:br>
            <a:r>
              <a:rPr lang="en-US" sz="1200" dirty="0"/>
              <a:t>stand-alone configuration with its own touch-screen controller (#714-056), </a:t>
            </a:r>
            <a:br>
              <a:rPr lang="en-US" sz="1200" dirty="0"/>
            </a:br>
            <a:r>
              <a:rPr lang="en-US" sz="1200" dirty="0"/>
              <a:t>or attach it as an auxiliary unit </a:t>
            </a:r>
            <a:br>
              <a:rPr lang="en-US" sz="1200" dirty="0"/>
            </a:br>
            <a:r>
              <a:rPr lang="en-US" sz="1200" dirty="0"/>
              <a:t>to the standard RoboCrib </a:t>
            </a:r>
            <a:br>
              <a:rPr lang="en-US" sz="1200" dirty="0"/>
            </a:br>
            <a:r>
              <a:rPr lang="en-US" sz="1200" dirty="0"/>
              <a:t>VX or LX Models,</a:t>
            </a:r>
            <a:br>
              <a:rPr lang="en-US" sz="1200" dirty="0"/>
            </a:br>
            <a:r>
              <a:rPr lang="en-US" sz="1200" dirty="0"/>
              <a:t> or the RoboCrib TX750 using the CBI Controller (#714-051)</a:t>
            </a:r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The ScaleMate accessory can also be attached to any RoboCrib model</a:t>
            </a:r>
            <a:endParaRPr lang="en-US" sz="1050" dirty="0"/>
          </a:p>
        </p:txBody>
      </p:sp>
      <p:sp>
        <p:nvSpPr>
          <p:cNvPr id="5" name="TextBox 4"/>
          <p:cNvSpPr txBox="1"/>
          <p:nvPr/>
        </p:nvSpPr>
        <p:spPr>
          <a:xfrm>
            <a:off x="773359" y="6470027"/>
            <a:ext cx="1187890" cy="2154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dirty="0"/>
              <a:t>RoboCrib TX750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75808" y="6470027"/>
            <a:ext cx="1346587" cy="2154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dirty="0"/>
              <a:t>RoboCrib VX or LX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65" y="604257"/>
            <a:ext cx="2582078" cy="577094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625" y="567818"/>
            <a:ext cx="2557472" cy="58438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84180BC-A386-4FF6-A1AC-CD8D4D3AA1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2097" y="1325752"/>
            <a:ext cx="1661160" cy="50261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8B5FB52-A0A6-479C-B4DF-E883C0CF1CD8}"/>
              </a:ext>
            </a:extLst>
          </p:cNvPr>
          <p:cNvSpPr txBox="1"/>
          <p:nvPr/>
        </p:nvSpPr>
        <p:spPr>
          <a:xfrm>
            <a:off x="5674783" y="6470027"/>
            <a:ext cx="775790" cy="2154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dirty="0"/>
              <a:t>ScaleMate</a:t>
            </a:r>
          </a:p>
        </p:txBody>
      </p:sp>
    </p:spTree>
    <p:extLst>
      <p:ext uri="{BB962C8B-B14F-4D97-AF65-F5344CB8AC3E}">
        <p14:creationId xmlns:p14="http://schemas.microsoft.com/office/powerpoint/2010/main" val="1473023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153012" y="669109"/>
            <a:ext cx="29782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Additional Worksheet</a:t>
            </a:r>
          </a:p>
          <a:p>
            <a:pPr algn="ctr"/>
            <a:r>
              <a:rPr lang="en-US" sz="1200" dirty="0"/>
              <a:t>you can “mix and match” various lockers to fit in either the 6 ft. frame or 3 ft. frame models, in any combination. If you want more worksheets to build alternatives, copy this slide blank before inserting lockers</a:t>
            </a:r>
            <a:endParaRPr lang="en-US" sz="1050" dirty="0"/>
          </a:p>
        </p:txBody>
      </p:sp>
      <p:sp>
        <p:nvSpPr>
          <p:cNvPr id="12" name="Rectangle 11"/>
          <p:cNvSpPr/>
          <p:nvPr/>
        </p:nvSpPr>
        <p:spPr>
          <a:xfrm>
            <a:off x="94195" y="677818"/>
            <a:ext cx="1828800" cy="5486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161744" y="669109"/>
            <a:ext cx="1828800" cy="5486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196873" y="663263"/>
            <a:ext cx="1828800" cy="5486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666796" y="6221410"/>
            <a:ext cx="708528" cy="36933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200" dirty="0"/>
              <a:t>714-001-PL</a:t>
            </a:r>
          </a:p>
          <a:p>
            <a:pPr algn="ctr"/>
            <a:r>
              <a:rPr lang="en-US" sz="1200" dirty="0"/>
              <a:t>6 ft. Frame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3764" y="6221410"/>
            <a:ext cx="708528" cy="36933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200" dirty="0"/>
              <a:t>714-003-PL</a:t>
            </a:r>
          </a:p>
          <a:p>
            <a:pPr algn="ctr"/>
            <a:r>
              <a:rPr lang="en-US" sz="1200" dirty="0"/>
              <a:t>3 ft. Frame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72806" y="6221410"/>
            <a:ext cx="708528" cy="36933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200" dirty="0"/>
              <a:t>714-001-PL</a:t>
            </a:r>
          </a:p>
          <a:p>
            <a:pPr algn="ctr"/>
            <a:r>
              <a:rPr lang="en-US" sz="1200" dirty="0"/>
              <a:t>6 ft. Frame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1420" y="6221410"/>
            <a:ext cx="708528" cy="36933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200" dirty="0"/>
              <a:t>714-001-PL</a:t>
            </a:r>
          </a:p>
          <a:p>
            <a:pPr algn="ctr"/>
            <a:r>
              <a:rPr lang="en-US" sz="1200" dirty="0"/>
              <a:t>6 ft. Frame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8EA18F-49B2-4726-855B-A3DF52251037}"/>
              </a:ext>
            </a:extLst>
          </p:cNvPr>
          <p:cNvSpPr/>
          <p:nvPr/>
        </p:nvSpPr>
        <p:spPr>
          <a:xfrm>
            <a:off x="6249094" y="3429000"/>
            <a:ext cx="1828800" cy="272650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595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andvik_x0020_Document_x0020_Type xmlns="95c0d0b2-8cb9-4f8f-825a-05bcc676b702" xsi:nil="true"/>
    <lcf76f155ced4ddcb4097134ff3c332f xmlns="c9041299-8bdb-4133-9091-c7e2fe911253">
      <Terms xmlns="http://schemas.microsoft.com/office/infopath/2007/PartnerControls"/>
    </lcf76f155ced4ddcb4097134ff3c332f>
    <SandvikDocumentClassification xmlns="95c0d0b2-8cb9-4f8f-825a-05bcc676b702">i2 Restricted</SandvikDocumentClassification>
    <SandvikInformationOwner xmlns="95c0d0b2-8cb9-4f8f-825a-05bcc676b702">
      <UserInfo>
        <DisplayName/>
        <AccountId xsi:nil="true"/>
        <AccountType/>
      </UserInfo>
    </SandvikInformationOwner>
    <TaxCatchAll xmlns="95c0d0b2-8cb9-4f8f-825a-05bcc676b702" xsi:nil="true"/>
    <_Flow_SignoffStatus xmlns="c9041299-8bdb-4133-9091-c7e2fe911253" xsi:nil="true"/>
  </documentManagement>
</p:properties>
</file>

<file path=customXml/item2.xml><?xml version="1.0" encoding="utf-8"?>
<?mso-contentType ?>
<SharedContentType xmlns="Microsoft.SharePoint.Taxonomy.ContentTypeSync" SourceId="11dad590-77af-43fa-b0e9-6665f7dd2a74" ContentTypeId="0x0101004A9C15D9442F4A029E70F5C05A32B13F00A65498C8451640C8BD6A0982E8A6A410" PreviousValue="false"/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s" ma:contentTypeID="0x0101004A9C15D9442F4A029E70F5C05A32B13F00A65498C8451640C8BD6A0982E8A6A4100063C60C72761228419C85973BD0485C5F" ma:contentTypeVersion="28" ma:contentTypeDescription="Sandvik Documents" ma:contentTypeScope="" ma:versionID="97e17dd4c9e5c781a6d57c82b2cb87ca">
  <xsd:schema xmlns:xsd="http://www.w3.org/2001/XMLSchema" xmlns:xs="http://www.w3.org/2001/XMLSchema" xmlns:p="http://schemas.microsoft.com/office/2006/metadata/properties" xmlns:ns2="95c0d0b2-8cb9-4f8f-825a-05bcc676b702" xmlns:ns3="c9041299-8bdb-4133-9091-c7e2fe911253" xmlns:ns4="16adf675-b902-4a41-a3e5-c0a6bc9eee87" targetNamespace="http://schemas.microsoft.com/office/2006/metadata/properties" ma:root="true" ma:fieldsID="e6b952d665fbaed15d8731bf55e40d29" ns2:_="" ns3:_="" ns4:_="">
    <xsd:import namespace="95c0d0b2-8cb9-4f8f-825a-05bcc676b702"/>
    <xsd:import namespace="c9041299-8bdb-4133-9091-c7e2fe911253"/>
    <xsd:import namespace="16adf675-b902-4a41-a3e5-c0a6bc9eee87"/>
    <xsd:element name="properties">
      <xsd:complexType>
        <xsd:sequence>
          <xsd:element name="documentManagement">
            <xsd:complexType>
              <xsd:all>
                <xsd:element ref="ns2:SandvikInformationOwner" minOccurs="0"/>
                <xsd:element ref="ns2:SandvikDocumentClassification"/>
                <xsd:element ref="ns2:Sandvik_x0020_Document_x0020_Type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4:SharedWithUsers" minOccurs="0"/>
                <xsd:element ref="ns4:SharedWithDetails" minOccurs="0"/>
                <xsd:element ref="ns3:_Flow_SignoffStatu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c0d0b2-8cb9-4f8f-825a-05bcc676b702" elementFormDefault="qualified">
    <xsd:import namespace="http://schemas.microsoft.com/office/2006/documentManagement/types"/>
    <xsd:import namespace="http://schemas.microsoft.com/office/infopath/2007/PartnerControls"/>
    <xsd:element name="SandvikInformationOwner" ma:index="8" nillable="true" ma:displayName="Document Owner" ma:description="Information owner of the document" ma:SearchPeopleOnly="false" ma:SharePointGroup="0" ma:internalName="SandvikInformationOwn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andvikDocumentClassification" ma:index="9" ma:displayName="Information Classification" ma:default="i2 Restricted" ma:description="Classification level of the document." ma:format="Dropdown" ma:internalName="SandvikDocumentClassification" ma:readOnly="false">
      <xsd:simpleType>
        <xsd:restriction base="dms:Choice">
          <xsd:enumeration value="i1 Unrestricted"/>
          <xsd:enumeration value="i2 Restricted"/>
          <xsd:enumeration value="i3 Confidential"/>
        </xsd:restriction>
      </xsd:simpleType>
    </xsd:element>
    <xsd:element name="Sandvik_x0020_Document_x0020_Type" ma:index="10" nillable="true" ma:displayName="Sandvik Document Type" ma:description="Sandvik Document Type for the document" ma:format="Dropdown" ma:internalName="Sandvik_x0020_Document_x0020_Type">
      <xsd:simpleType>
        <xsd:restriction base="dms:Choice">
          <xsd:enumeration value="Case"/>
          <xsd:enumeration value="Correspondence"/>
          <xsd:enumeration value="Decision"/>
          <xsd:enumeration value="Guideline"/>
          <xsd:enumeration value="Minutes"/>
          <xsd:enumeration value="Offer"/>
          <xsd:enumeration value="Order"/>
          <xsd:enumeration value="Order Confirmation"/>
          <xsd:enumeration value="Plan"/>
          <xsd:enumeration value="Policy"/>
          <xsd:enumeration value="Presentation"/>
          <xsd:enumeration value="Procedure"/>
          <xsd:enumeration value="Report"/>
          <xsd:enumeration value="Specification"/>
          <xsd:enumeration value="Verification"/>
        </xsd:restriction>
      </xsd:simpleType>
    </xsd:element>
    <xsd:element name="TaxCatchAll" ma:index="27" nillable="true" ma:displayName="Taxonomy Catch All Column" ma:hidden="true" ma:list="{ed54448a-9d6d-439a-8236-20ec4473dc6e}" ma:internalName="TaxCatchAll" ma:showField="CatchAllData" ma:web="16adf675-b902-4a41-a3e5-c0a6bc9eee8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041299-8bdb-4133-9091-c7e2fe9112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11dad590-77af-43fa-b0e9-6665f7dd2a7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adf675-b902-4a41-a3e5-c0a6bc9eee87" elementFormDefault="qualified">
    <xsd:import namespace="http://schemas.microsoft.com/office/2006/documentManagement/types"/>
    <xsd:import namespace="http://schemas.microsoft.com/office/infopath/2007/PartnerControls"/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90CFF63-5A4E-45F6-B265-420009C1C845}">
  <ds:schemaRefs>
    <ds:schemaRef ds:uri="http://purl.org/dc/terms/"/>
    <ds:schemaRef ds:uri="a10ab07f-204c-4d5d-951e-01b338ffcf58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40b8e39c-9847-4068-b022-e9bec9ff809b"/>
    <ds:schemaRef ds:uri="http://schemas.microsoft.com/office/2006/metadata/properties"/>
    <ds:schemaRef ds:uri="http://www.w3.org/XML/1998/namespace"/>
    <ds:schemaRef ds:uri="http://purl.org/dc/dcmitype/"/>
    <ds:schemaRef ds:uri="95c0d0b2-8cb9-4f8f-825a-05bcc676b702"/>
    <ds:schemaRef ds:uri="c9041299-8bdb-4133-9091-c7e2fe911253"/>
  </ds:schemaRefs>
</ds:datastoreItem>
</file>

<file path=customXml/itemProps2.xml><?xml version="1.0" encoding="utf-8"?>
<ds:datastoreItem xmlns:ds="http://schemas.openxmlformats.org/officeDocument/2006/customXml" ds:itemID="{213332E9-1719-4E34-9EB2-43DE8E65DC19}">
  <ds:schemaRefs>
    <ds:schemaRef ds:uri="Microsoft.SharePoint.Taxonomy.ContentTypeSync"/>
  </ds:schemaRefs>
</ds:datastoreItem>
</file>

<file path=customXml/itemProps3.xml><?xml version="1.0" encoding="utf-8"?>
<ds:datastoreItem xmlns:ds="http://schemas.openxmlformats.org/officeDocument/2006/customXml" ds:itemID="{545D6B78-7276-40C9-9A34-459190376836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73C7CB6B-4810-4628-9817-685B2C40D8D0}"/>
</file>

<file path=docMetadata/LabelInfo.xml><?xml version="1.0" encoding="utf-8"?>
<clbl:labelList xmlns:clbl="http://schemas.microsoft.com/office/2020/mipLabelMetadata">
  <clbl:label id="{e58707db-cea7-4907-92d1-cf323291762b}" enabled="1" method="Standard" siteId="{e11cbe9c-f680-44b9-9d42-d705f740b88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3149</TotalTime>
  <Words>624</Words>
  <Application>Microsoft Office PowerPoint</Application>
  <PresentationFormat>On-screen Show (4:3)</PresentationFormat>
  <Paragraphs>114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AutoLocker Configurations</dc:title>
  <dc:creator>Les</dc:creator>
  <cp:lastModifiedBy>Amanda Jackson</cp:lastModifiedBy>
  <cp:revision>967</cp:revision>
  <dcterms:created xsi:type="dcterms:W3CDTF">2012-12-11T04:24:56Z</dcterms:created>
  <dcterms:modified xsi:type="dcterms:W3CDTF">2023-12-07T07:52:49Z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0x0101004A9C15D9442F4A029E70F5C05A32B13F00A65498C8451640C8BD6A0982E8A6A4100063C60C72761228419C85973BD0485C5F</vt:lpwstr>
  </property>
</Properties>
</file>